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7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S1"/>
    <p:sldId id="257" r:id="rIdS2"/>
    <p:sldId id="258" r:id="rIdS3"/>
    <p:sldId id="259" r:id="rIdS4"/>
    <p:sldId id="260" r:id="rIdS5"/>
    <p:sldId id="261" r:id="rIdS6"/>
    <p:sldId id="262" r:id="rIdS7"/>
    <p:sldId id="263" r:id="rIdS8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9" Type="http://schemas.openxmlformats.org/officeDocument/2006/relationships/presProps" Target="presProps.xml"/>
<Relationship Id="rIdS1" Type="http://schemas.openxmlformats.org/officeDocument/2006/relationships/slide" Target="slides/slide1.xml"/><Relationship Id="rIdS2" Type="http://schemas.openxmlformats.org/officeDocument/2006/relationships/slide" Target="slides/slide2.xml"/><Relationship Id="rIdS3" Type="http://schemas.openxmlformats.org/officeDocument/2006/relationships/slide" Target="slides/slide3.xml"/><Relationship Id="rIdS4" Type="http://schemas.openxmlformats.org/officeDocument/2006/relationships/slide" Target="slides/slide4.xml"/><Relationship Id="rIdS5" Type="http://schemas.openxmlformats.org/officeDocument/2006/relationships/slide" Target="slides/slide5.xml"/><Relationship Id="rIdS6" Type="http://schemas.openxmlformats.org/officeDocument/2006/relationships/slide" Target="slides/slide6.xml"/><Relationship Id="rIdS7" Type="http://schemas.openxmlformats.org/officeDocument/2006/relationships/slide" Target="slides/slide7.xml"/><Relationship Id="rIdS8" Type="http://schemas.openxmlformats.org/officeDocument/2006/relationships/slide" Target="slides/slide8.xml"/>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7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ct val="90000"/>
              </a:lnSpc>
            </a:pPr>
            <a:r>
              <a:rPr lang="ja-JP" sz="4000" b="0" u="none" spc="454" strike="noStrike">
                <a:solidFill>
                  <a:schemeClr val="dk1"/>
                </a:solidFill>
                <a:effectLst/>
                <a:uFillTx/>
                <a:latin typeface="Yu Mincho Demibold"/>
              </a:rPr>
              <a:t>Click to move the slide</a:t>
            </a:r>
            <a:endParaRPr lang="ja-JP" sz="4000" b="0" u="none" spc="454" strike="noStrike">
              <a:solidFill>
                <a:schemeClr val="dk1"/>
              </a:solidFill>
              <a:effectLst/>
              <a:uFillTx/>
              <a:latin typeface="Yu Mincho Demibold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ja-JP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ja-JP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ja-JP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ja-JP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ja-JP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ja-JP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ja-JP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ja-JP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ja-JP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ja-JP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19323CA-D47C-4BCF-B539-59853B6E4F9F}" type="slidenum">
              <a:rPr lang="ja-JP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ja-JP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【〇〇チーム】の【〇〇】です。</a:t>
            </a:r>
          </a:p>
          <a:p>
            <a:r>
              <a:rPr lang="ja-JP" altLang="en-US" dirty="0"/>
              <a:t>それでは、菓道 八右エ門（かどう はちえもん）HP刷新プロジェクトの成果発表を始めます。よろしくお願いいたします。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私たちは、今回のプロジェクトで、山形県の和菓子店「菓道 八右エ門」のホームページ刷新に取り組みました。</a:t>
            </a:r>
          </a:p>
          <a:p>
            <a:r>
              <a:rPr lang="ja-JP" altLang="en-US" dirty="0"/>
              <a:t>これまでのホームページは、【情報が古く、お店の魅力が伝わりにくい】状態でした。</a:t>
            </a:r>
          </a:p>
          <a:p>
            <a:r>
              <a:rPr lang="ja-JP" altLang="en-US" dirty="0"/>
              <a:t>お店側が求めていたのは、Webサイトをきっかけに、実際に来店するお客様を増やすことです。</a:t>
            </a:r>
          </a:p>
          <a:p>
            <a:r>
              <a:rPr lang="ja-JP" altLang="en-US" dirty="0"/>
              <a:t>そこで私たちは、このプロジェクトのゴールを「HPを完成させること」ではなく、「HPを見た人が、実際にお店へ行きたくなること」と定義しました。</a:t>
            </a:r>
          </a:p>
          <a:p>
            <a:r>
              <a:rPr lang="ja-JP" altLang="en-US" dirty="0"/>
              <a:t>このゴールを起点に、HPに何が必要か、どんな機能があればお客様が動くのかを検討していきました。</a:t>
            </a:r>
          </a:p>
          <a:p>
            <a:r>
              <a:rPr lang="ja-JP" altLang="en-US" dirty="0"/>
              <a:t>ただし、すべてをゼロから決めたわけではありません。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私たちがどこまで任されていたのか、今回の要件を整理します。</a:t>
            </a:r>
          </a:p>
          <a:p>
            <a:r>
              <a:rPr lang="ja-JP" altLang="en-US" dirty="0"/>
              <a:t>教育チーム側から提示されていた要件は3つです。</a:t>
            </a:r>
          </a:p>
          <a:p>
            <a:r>
              <a:rPr lang="ja-JP" altLang="en-US" dirty="0"/>
              <a:t>1つ目はお客様向け画面で、トップ画面、商品の一覧と詳細、店舗案内、休業日の表示です。</a:t>
            </a:r>
          </a:p>
          <a:p>
            <a:r>
              <a:rPr lang="ja-JP" altLang="en-US" dirty="0"/>
              <a:t>2つ目は、お店の方が使う管理画面です。商品の登録・編集や、休業日の登録をお店自身で行えます。</a:t>
            </a:r>
          </a:p>
          <a:p>
            <a:r>
              <a:rPr lang="ja-JP" altLang="en-US" dirty="0"/>
              <a:t>この2つは、要件定義があらかじめ決められていた必須要件です。私たちは、基本設計から実装までを担当しました。実際の画面は、後ほど動画でご覧いただきます。</a:t>
            </a:r>
          </a:p>
          <a:p>
            <a:r>
              <a:rPr lang="ja-JP" altLang="en-US" dirty="0"/>
              <a:t>3つ目は、来店を促す付加機能です。ただし、その中身は指定されていませんでした。</a:t>
            </a:r>
          </a:p>
          <a:p>
            <a:r>
              <a:rPr lang="ja-JP" altLang="en-US" dirty="0"/>
              <a:t>ここが私たちの提案領域です。「八右エ門のどの魅力を打ち出すか」、そして「どんな仕組みで来店につなげるか」を私たち自身で考え、要件定義から実装までを行いました。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では、どの魅力を打ち出すのか。</a:t>
            </a:r>
          </a:p>
          <a:p>
            <a:r>
              <a:rPr lang="ja-JP" altLang="en-US" dirty="0"/>
              <a:t>私たちは、お店へのヒアリングと市場調査をもとに、八右エ門の魅力の中から、来店に直接つながるものとして2つを選びました。</a:t>
            </a:r>
          </a:p>
          <a:p>
            <a:r>
              <a:rPr lang="ja-JP" altLang="en-US" dirty="0"/>
              <a:t>1つ目は季節性です。八右エ門では、春は苺大福、夏はあじさいもちのように、季節ごとに商品が変わります。「今しか買えない」ことが、来店のきっかけになります。</a:t>
            </a:r>
          </a:p>
          <a:p>
            <a:r>
              <a:rPr lang="ja-JP" altLang="en-US" dirty="0"/>
              <a:t>2つ目は贈答需要です。市場調査から、和菓子は手土産やお供えなど、贈り物として選ばれることが多いと分かりました。</a:t>
            </a:r>
          </a:p>
          <a:p>
            <a:r>
              <a:rPr lang="ja-JP" altLang="en-US" dirty="0"/>
              <a:t>お店の方からも、【法事や手土産での注文が多い】と伺いました。</a:t>
            </a:r>
          </a:p>
          <a:p>
            <a:r>
              <a:rPr lang="ja-JP" altLang="en-US" dirty="0"/>
              <a:t>自分用だけでなく「誰かに贈るため」という理由が加わることで、来店のきっかけを広げることができます。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この2つの強みを、HP上で「来店理由」に変えることを考えました。</a:t>
            </a:r>
          </a:p>
          <a:p>
            <a:r>
              <a:rPr lang="ja-JP" altLang="en-US" dirty="0"/>
              <a:t>季節性については、HPを開いたときに「今の季節の八右エ門」が伝わるようにしました。画像のように、季節に合わせてHPの雰囲気が変わり、季節限定の商品を目当てに来店したくなることを狙っています。</a:t>
            </a:r>
          </a:p>
          <a:p>
            <a:r>
              <a:rPr lang="ja-JP" altLang="en-US" dirty="0"/>
              <a:t>贈答需要については、贈り物を選ぶ人が、何を買えばよいか分かったうえで来店できるようにしました。こちらが、贈り物を選ぶためのページです。</a:t>
            </a:r>
          </a:p>
          <a:p>
            <a:r>
              <a:rPr lang="ja-JP" altLang="en-US" dirty="0"/>
              <a:t>どう形にしたかは、このあと動画でご覧いただきます。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ただし、季節や贈答をきっかけにした来店は、1回で終わってしまう可能性があります。</a:t>
            </a:r>
          </a:p>
          <a:p>
            <a:r>
              <a:rPr lang="ja-JP" altLang="en-US" dirty="0"/>
              <a:t>そこで私たちは、HPにLINE会員登録への導線を設け、LINE上でスタンプラリーができる仕組みを追加しました。</a:t>
            </a:r>
          </a:p>
          <a:p>
            <a:r>
              <a:rPr lang="ja-JP" altLang="en-US" dirty="0"/>
              <a:t>商品を購入するとスタンプがたまり、特典につながることで、次に来店する理由が生まれます。</a:t>
            </a:r>
          </a:p>
          <a:p>
            <a:r>
              <a:rPr lang="ja-JP" altLang="en-US" dirty="0"/>
              <a:t>あわせて、店頭にもPOPを設置し、HPを見ずに来店されたお客様にもLINE登録を案内します。</a:t>
            </a:r>
          </a:p>
          <a:p>
            <a:r>
              <a:rPr lang="ja-JP" altLang="en-US" dirty="0"/>
              <a:t>HPで来店のきっかけをつくり、スタンプラリーで来店を継続させる。これが、私たちが考えた来店数を増やす仕組みです。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それでは、実際に作ったホームページを動画でご覧ください。</a:t>
            </a:r>
          </a:p>
          <a:p>
            <a:r>
              <a:rPr lang="ja-JP" altLang="en-US" dirty="0"/>
              <a:t>先ほどお話しした「季節が伝わるHP」と「贈り物を迷わず選べるHP」が実際にどうなっているか、そしてLINE登録への導線に注目してご覧ください。</a:t>
            </a:r>
          </a:p>
          <a:p>
            <a:r>
              <a:rPr lang="ja-JP" altLang="en-US" dirty="0"/>
              <a:t>最後に、お店の方が使う管理画面もご紹介します。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Number"/>
          <p:cNvSpPr/>
          <p:nvPr/>
        </p:nvSpPr>
        <p:spPr>
          <a:xfrm>
            <a:off x="11064240" y="6291000"/>
            <a:ext cx="57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</a:pPr>
            <a:r>
              <a:rPr lang="ja-JP" sz="1000" b="0" u="none" spc="57" strike="noStrike">
                <a:solidFill>
                  <a:schemeClr val="dk2"/>
                </a:solidFill>
                <a:effectLst/>
                <a:uFillTx/>
                <a:latin typeface="Yu Gothic"/>
                <a:ea typeface="Yu Gothic"/>
              </a:rPr>
              <a:t>#</a:t>
            </a:r>
            <a:fld id="{A23514F0-B898-4B7E-8582-AD631A6F0419}" type="slidenum">
              <a:rPr lang="ja-JP" sz="1000" b="0" u="none" spc="57" strike="noStrike">
                <a:solidFill>
                  <a:schemeClr val="dk2"/>
                </a:solidFill>
                <a:effectLst/>
                <a:uFillTx/>
                <a:latin typeface="Yu Gothic"/>
                <a:ea typeface="Yu Gothic"/>
              </a:rPr>
              <a:t>&lt;number&gt;</a:t>
            </a:fld>
            <a:endParaRPr lang="ja-JP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ASE_TOPIC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 idx="0"/>
          </p:nvPr>
        </p:nvSpPr>
        <p:spPr>
          <a:xfrm>
            <a:off x="731520" y="567000"/>
            <a:ext cx="10728360" cy="411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50000"/>
              </a:lnSpc>
              <a:buNone/>
              <a:defRPr lang="ja-JP" sz="2000" b="0" u="none" spc="142" strike="noStrike">
                <a:solidFill>
                  <a:schemeClr val="dk1"/>
                </a:solidFill>
                <a:effectLst/>
                <a:uFillTx/>
                <a:latin typeface="Yu Gothic Medium"/>
                <a:ea typeface="Yu Gothic Medium"/>
              </a:defRPr>
            </a:lvl1pPr>
          </a:lstStyle>
          <a:p>
            <a:pPr indent="0" algn="l">
              <a:lnSpc>
                <a:spcPct val="150000"/>
              </a:lnSpc>
              <a:buNone/>
            </a:pPr>
            <a:r>
              <a:rPr lang="ja-JP" sz="2000" b="0" u="none" spc="142" strike="noStrike">
                <a:solidFill>
                  <a:schemeClr val="dk1"/>
                </a:solidFill>
                <a:effectLst/>
                <a:uFillTx/>
                <a:latin typeface="Yu Gothic Medium"/>
                <a:ea typeface="Yu Gothic Medium"/>
              </a:rPr>
              <a:t>タイトル（話題名・</a:t>
            </a:r>
            <a:r>
              <a:rPr lang="ja-JP" sz="2000" b="0" u="none" spc="142" strike="noStrike">
                <a:solidFill>
                  <a:schemeClr val="dk1"/>
                </a:solidFill>
                <a:effectLst/>
                <a:uFillTx/>
                <a:latin typeface="Yu Gothic Medium"/>
                <a:ea typeface="Yu Gothic Medium"/>
              </a:rPr>
              <a:t>20pt</a:t>
            </a:r>
            <a:r>
              <a:rPr lang="ja-JP" sz="2000" b="0" u="none" spc="142" strike="noStrike">
                <a:solidFill>
                  <a:schemeClr val="dk1"/>
                </a:solidFill>
                <a:effectLst/>
                <a:uFillTx/>
                <a:latin typeface="Yu Gothic Medium"/>
                <a:ea typeface="Yu Gothic Medium"/>
              </a:rPr>
              <a:t>固定）</a:t>
            </a:r>
            <a:endParaRPr lang="ja-JP" sz="2000" b="0" u="none" spc="142" strike="noStrike">
              <a:solidFill>
                <a:schemeClr val="dk1"/>
              </a:solidFill>
              <a:effectLst/>
              <a:uFillTx/>
              <a:latin typeface="Yu Gothic Medium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 idx="1"/>
          </p:nvPr>
        </p:nvSpPr>
        <p:spPr>
          <a:xfrm>
            <a:off x="731520" y="1444680"/>
            <a:ext cx="7680600" cy="454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457200" indent="-228600" algn="l">
              <a:lnSpc>
                <a:spcPct val="150000"/>
              </a:lnSpc>
              <a:spcAft>
                <a:spcPts val="600"/>
              </a:spcAft>
              <a:buClr>
                <a:schemeClr val="accent2"/>
              </a:buClr>
              <a:buSzPct val="85000"/>
              <a:buFont typeface="Yu Gothic"/>
              <a:buChar char="•"/>
              <a:tabLst>
                <a:tab pos="457200" algn="l"/>
              </a:tabLst>
              <a:defRPr lang="ja-JP" sz="2200" b="0" u="none" spc="57" strike="noStrike">
                <a:solidFill>
                  <a:schemeClr val="dk2"/>
                </a:solidFill>
                <a:effectLst/>
                <a:uFillTx/>
                <a:latin typeface="Yu Gothic"/>
                <a:ea typeface="Yu Gothic"/>
              </a:defRPr>
            </a:lvl1pPr>
            <a:lvl2pPr marL="914400" indent="-228600" algn="l">
              <a:lnSpc>
                <a:spcPct val="145000"/>
              </a:lnSpc>
              <a:spcAft>
                <a:spcPts val="400"/>
              </a:spcAft>
              <a:buClr>
                <a:schemeClr val="dk2"/>
              </a:buClr>
              <a:buSzPct val="80000"/>
              <a:buFont typeface="Yu Gothic"/>
              <a:buChar char="–"/>
              <a:tabLst>
                <a:tab pos="914400" algn="l"/>
              </a:tabLst>
              <a:defRPr lang="ja-JP" sz="2000" b="0" u="none" spc="57" strike="noStrike">
                <a:solidFill>
                  <a:schemeClr val="dk2"/>
                </a:solidFill>
                <a:effectLst/>
                <a:uFillTx/>
                <a:latin typeface="Yu Gothic"/>
                <a:ea typeface="Yu Gothic"/>
              </a:defRPr>
            </a:lvl2pPr>
            <a:lvl3pPr marL="1371600" indent="-228600" algn="l">
              <a:lnSpc>
                <a:spcPct val="140000"/>
              </a:lnSpc>
              <a:spcAft>
                <a:spcPts val="200"/>
              </a:spcAft>
              <a:buClr>
                <a:schemeClr val="accent3"/>
              </a:buClr>
              <a:buSzPct val="75000"/>
              <a:buFont typeface="Yu Gothic"/>
              <a:buChar char="•"/>
              <a:tabLst>
                <a:tab pos="1371600" algn="l"/>
              </a:tabLst>
              <a:defRPr lang="ja-JP" sz="1800" b="0" u="none" spc="57" strike="noStrike">
                <a:solidFill>
                  <a:schemeClr val="dk2"/>
                </a:solidFill>
                <a:effectLst/>
                <a:uFillTx/>
                <a:latin typeface="Yu Gothic"/>
                <a:ea typeface="Yu Gothic"/>
              </a:defRPr>
            </a:lvl3pPr>
          </a:lstStyle>
          <a:p>
            <a:pPr marL="228600" indent="-228600" algn="l">
              <a:lnSpc>
                <a:spcPct val="18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ja-JP" sz="2200" b="0" u="none" spc="57" strike="noStrike">
                <a:solidFill>
                  <a:schemeClr val="dk2"/>
                </a:solidFill>
                <a:effectLst/>
                <a:uFillTx/>
                <a:latin typeface="Yu Gothic"/>
                <a:ea typeface="Yu Gothic"/>
              </a:rPr>
              <a:t>本文を入力（標準</a:t>
            </a:r>
            <a:r>
              <a:rPr lang="ja-JP" sz="2200" b="0" u="none" spc="57" strike="noStrike">
                <a:solidFill>
                  <a:schemeClr val="dk2"/>
                </a:solidFill>
                <a:effectLst/>
                <a:uFillTx/>
                <a:latin typeface="Yu Gothic"/>
                <a:ea typeface="Yu Gothic"/>
              </a:rPr>
              <a:t>22pt</a:t>
            </a:r>
            <a:r>
              <a:rPr lang="ja-JP" sz="2200" b="0" u="none" spc="57" strike="noStrike">
                <a:solidFill>
                  <a:schemeClr val="dk2"/>
                </a:solidFill>
                <a:effectLst/>
                <a:uFillTx/>
                <a:latin typeface="Yu Gothic"/>
                <a:ea typeface="Yu Gothic"/>
              </a:rPr>
              <a:t>・</a:t>
            </a:r>
            <a:r>
              <a:rPr lang="ja-JP" sz="2200" b="0" u="none" spc="57" strike="noStrike">
                <a:solidFill>
                  <a:schemeClr val="dk2"/>
                </a:solidFill>
                <a:effectLst/>
                <a:uFillTx/>
                <a:latin typeface="Yu Gothic"/>
                <a:ea typeface="Yu Gothic"/>
              </a:rPr>
              <a:t>18pt</a:t>
            </a:r>
            <a:r>
              <a:rPr lang="ja-JP" sz="2200" b="0" u="none" spc="57" strike="noStrike">
                <a:solidFill>
                  <a:schemeClr val="dk2"/>
                </a:solidFill>
                <a:effectLst/>
                <a:uFillTx/>
                <a:latin typeface="Yu Gothic"/>
                <a:ea typeface="Yu Gothic"/>
              </a:rPr>
              <a:t>以上を目安に調整）</a:t>
            </a:r>
            <a:endParaRPr lang="ja-JP" sz="2200" b="0" u="none" spc="57" strike="noStrike">
              <a:solidFill>
                <a:schemeClr val="dk2"/>
              </a:solidFill>
              <a:effectLst/>
              <a:uFillTx/>
              <a:latin typeface="Yu Gothic"/>
            </a:endParaRPr>
          </a:p>
        </p:txBody>
      </p:sp>
      <p:sp>
        <p:nvSpPr>
          <p:cNvPr id="5" name="pageNumber"/>
          <p:cNvSpPr/>
          <p:nvPr/>
        </p:nvSpPr>
        <p:spPr>
          <a:xfrm>
            <a:off x="11064240" y="6291000"/>
            <a:ext cx="57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</a:pPr>
            <a:r>
              <a:rPr lang="ja-JP" sz="1000" b="0" u="none" spc="57" strike="noStrike">
                <a:solidFill>
                  <a:schemeClr val="dk2"/>
                </a:solidFill>
                <a:effectLst/>
                <a:uFillTx/>
                <a:latin typeface="Yu Gothic"/>
                <a:ea typeface="Yu Gothic"/>
              </a:rPr>
              <a:t>#</a:t>
            </a:r>
            <a:fld id="{53DD66ED-1B0C-44A5-8CAC-F9402277F0F3}" type="slidenum">
              <a:rPr lang="ja-JP" sz="1000" b="0" u="none" spc="57" strike="noStrike">
                <a:solidFill>
                  <a:schemeClr val="dk2"/>
                </a:solidFill>
                <a:effectLst/>
                <a:uFillTx/>
                <a:latin typeface="Yu Gothic"/>
                <a:ea typeface="Yu Gothic"/>
              </a:rPr>
              <a:t>&lt;number&gt;</a:t>
            </a:fld>
            <a:endParaRPr lang="ja-JP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GENDA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 idx="0"/>
          </p:nvPr>
        </p:nvSpPr>
        <p:spPr>
          <a:xfrm>
            <a:off x="731520" y="567000"/>
            <a:ext cx="10728360" cy="493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50000"/>
              </a:lnSpc>
              <a:buNone/>
              <a:defRPr lang="ja-JP" sz="2400" b="0" u="none" spc="142" strike="noStrike">
                <a:solidFill>
                  <a:schemeClr val="dk1"/>
                </a:solidFill>
                <a:effectLst/>
                <a:uFillTx/>
                <a:latin typeface="Yu Mincho Demibold"/>
                <a:ea typeface="Yu Mincho Demibold"/>
              </a:defRPr>
            </a:lvl1pPr>
          </a:lstStyle>
          <a:p>
            <a:pPr indent="0" algn="l">
              <a:lnSpc>
                <a:spcPct val="150000"/>
              </a:lnSpc>
              <a:buNone/>
            </a:pPr>
            <a:r>
              <a:rPr lang="ja-JP" sz="2400" b="0" u="none" spc="142" strike="noStrike">
                <a:solidFill>
                  <a:schemeClr val="dk1"/>
                </a:solidFill>
                <a:effectLst/>
                <a:uFillTx/>
                <a:latin typeface="Yu Mincho Demibold"/>
                <a:ea typeface="Yu Mincho Demibold"/>
              </a:rPr>
              <a:t>目次</a:t>
            </a:r>
            <a:endParaRPr lang="ja-JP" sz="2400" b="0" u="none" spc="142" strike="noStrike">
              <a:solidFill>
                <a:schemeClr val="dk1"/>
              </a:solidFill>
              <a:effectLst/>
              <a:uFillTx/>
              <a:latin typeface="Yu Mincho Demibold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 idx="1"/>
          </p:nvPr>
        </p:nvSpPr>
        <p:spPr>
          <a:xfrm>
            <a:off x="731520" y="1444680"/>
            <a:ext cx="7680600" cy="454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457200" indent="-228600" algn="l">
              <a:lnSpc>
                <a:spcPct val="150000"/>
              </a:lnSpc>
              <a:spcAft>
                <a:spcPts val="600"/>
              </a:spcAft>
              <a:buClr>
                <a:schemeClr val="accent2"/>
              </a:buClr>
              <a:buSzPct val="85000"/>
              <a:buFont typeface="Yu Gothic"/>
              <a:buChar char="•"/>
              <a:tabLst>
                <a:tab pos="457200" algn="l"/>
              </a:tabLst>
              <a:defRPr lang="ja-JP" sz="2000" b="0" u="none" spc="57" strike="noStrike">
                <a:solidFill>
                  <a:schemeClr val="dk2"/>
                </a:solidFill>
                <a:effectLst/>
                <a:uFillTx/>
                <a:latin typeface="Yu Gothic"/>
                <a:ea typeface="Yu Gothic"/>
              </a:defRPr>
            </a:lvl1pPr>
            <a:lvl2pPr marL="914400" indent="-228600" algn="l">
              <a:lnSpc>
                <a:spcPct val="145000"/>
              </a:lnSpc>
              <a:spcAft>
                <a:spcPts val="400"/>
              </a:spcAft>
              <a:buClr>
                <a:schemeClr val="dk2"/>
              </a:buClr>
              <a:buSzPct val="80000"/>
              <a:buFont typeface="Yu Gothic"/>
              <a:buChar char="–"/>
              <a:tabLst>
                <a:tab pos="914400" algn="l"/>
              </a:tabLst>
              <a:defRPr lang="ja-JP" sz="1800" b="0" u="none" spc="57" strike="noStrike">
                <a:solidFill>
                  <a:schemeClr val="dk2"/>
                </a:solidFill>
                <a:effectLst/>
                <a:uFillTx/>
                <a:latin typeface="Yu Gothic"/>
                <a:ea typeface="Yu Gothic"/>
              </a:defRPr>
            </a:lvl2pPr>
            <a:lvl3pPr marL="1371600" indent="-228600" algn="l">
              <a:lnSpc>
                <a:spcPct val="140000"/>
              </a:lnSpc>
              <a:spcAft>
                <a:spcPts val="200"/>
              </a:spcAft>
              <a:buClr>
                <a:schemeClr val="accent3"/>
              </a:buClr>
              <a:buSzPct val="75000"/>
              <a:buFont typeface="Yu Gothic"/>
              <a:buChar char="•"/>
              <a:tabLst>
                <a:tab pos="1371600" algn="l"/>
              </a:tabLst>
              <a:defRPr lang="ja-JP" sz="1800" b="0" u="none" spc="57" strike="noStrike">
                <a:solidFill>
                  <a:schemeClr val="dk2"/>
                </a:solidFill>
                <a:effectLst/>
                <a:uFillTx/>
                <a:latin typeface="Yu Gothic"/>
                <a:ea typeface="Yu Gothic"/>
              </a:defRPr>
            </a:lvl3pPr>
          </a:lstStyle>
          <a:p>
            <a:pPr marL="228600" indent="-228600" algn="l">
              <a:lnSpc>
                <a:spcPct val="15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ja-JP" sz="2000" b="0" u="none" spc="57" strike="noStrike">
                <a:solidFill>
                  <a:schemeClr val="dk2"/>
                </a:solidFill>
                <a:effectLst/>
                <a:uFillTx/>
                <a:latin typeface="Yu Gothic"/>
                <a:ea typeface="Yu Gothic"/>
              </a:rPr>
              <a:t>章名を</a:t>
            </a:r>
            <a:r>
              <a:rPr lang="ja-JP" sz="2000" b="0" u="none" spc="57" strike="noStrike">
                <a:solidFill>
                  <a:schemeClr val="dk2"/>
                </a:solidFill>
                <a:effectLst/>
                <a:uFillTx/>
                <a:latin typeface="Yu Gothic"/>
                <a:ea typeface="Yu Gothic"/>
              </a:rPr>
              <a:t>1</a:t>
            </a:r>
            <a:r>
              <a:rPr lang="ja-JP" sz="2000" b="0" u="none" spc="57" strike="noStrike">
                <a:solidFill>
                  <a:schemeClr val="dk2"/>
                </a:solidFill>
                <a:effectLst/>
                <a:uFillTx/>
                <a:latin typeface="Yu Gothic"/>
                <a:ea typeface="Yu Gothic"/>
              </a:rPr>
              <a:t>行ずつ入力（現在地は色で表示）</a:t>
            </a:r>
            <a:endParaRPr lang="ja-JP" sz="2000" b="0" u="none" spc="57" strike="noStrike">
              <a:solidFill>
                <a:schemeClr val="dk2"/>
              </a:solidFill>
              <a:effectLst/>
              <a:uFillTx/>
              <a:latin typeface="Yu Gothic"/>
            </a:endParaRPr>
          </a:p>
        </p:txBody>
      </p:sp>
      <p:sp>
        <p:nvSpPr>
          <p:cNvPr id="8" name="pageNumber"/>
          <p:cNvSpPr/>
          <p:nvPr/>
        </p:nvSpPr>
        <p:spPr>
          <a:xfrm>
            <a:off x="11064240" y="6291000"/>
            <a:ext cx="57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</a:pPr>
            <a:r>
              <a:rPr lang="ja-JP" sz="1000" b="0" u="none" spc="57" strike="noStrike">
                <a:solidFill>
                  <a:schemeClr val="dk2"/>
                </a:solidFill>
                <a:effectLst/>
                <a:uFillTx/>
                <a:latin typeface="Yu Gothic"/>
                <a:ea typeface="Yu Gothic"/>
              </a:rPr>
              <a:t>#</a:t>
            </a:r>
            <a:fld id="{05827725-B3BC-43C3-8276-5DDE98396B02}" type="slidenum">
              <a:rPr lang="ja-JP" sz="1000" b="0" u="none" spc="57" strike="noStrike">
                <a:solidFill>
                  <a:schemeClr val="dk2"/>
                </a:solidFill>
                <a:effectLst/>
                <a:uFillTx/>
                <a:latin typeface="Yu Gothic"/>
                <a:ea typeface="Yu Gothic"/>
              </a:rPr>
              <a:t>&lt;number&gt;</a:t>
            </a:fld>
            <a:endParaRPr lang="ja-JP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HAPTER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hapterCircleMotif"/>
          <p:cNvPicPr/>
          <p:nvPr/>
        </p:nvPicPr>
        <p:blipFill>
          <a:blip r:embed="rId2"/>
          <a:stretch/>
        </p:blipFill>
        <p:spPr>
          <a:xfrm>
            <a:off x="6903720" y="1965960"/>
            <a:ext cx="5284800" cy="4891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PlaceHolder 1"/>
          <p:cNvSpPr>
            <a:spLocks noGrp="1"/>
          </p:cNvSpPr>
          <p:nvPr>
            <p:ph type="body" idx="1"/>
          </p:nvPr>
        </p:nvSpPr>
        <p:spPr>
          <a:xfrm>
            <a:off x="731520" y="1865520"/>
            <a:ext cx="2102760" cy="38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228600" indent="-228600" algn="l">
              <a:lnSpc>
                <a:spcPct val="135000"/>
              </a:lnSpc>
              <a:spcBef>
                <a:spcPts val="1001"/>
              </a:spcBef>
              <a:buNone/>
              <a:tabLst>
                <a:tab pos="0" algn="l"/>
              </a:tabLst>
              <a:defRPr lang="ja-JP" sz="1800" b="0" u="none" spc="57" strike="noStrike">
                <a:solidFill>
                  <a:schemeClr val="lt2"/>
                </a:solidFill>
                <a:effectLst/>
                <a:uFillTx/>
                <a:latin typeface="Yu Gothic Medium"/>
                <a:ea typeface="Yu Gothic Medium"/>
              </a:defRPr>
            </a:lvl1pPr>
          </a:lstStyle>
          <a:p>
            <a:pPr marL="228600" indent="-228600" algn="l">
              <a:lnSpc>
                <a:spcPct val="135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ja-JP" sz="1800" b="0" u="none" spc="57" strike="noStrike">
                <a:solidFill>
                  <a:schemeClr val="lt2"/>
                </a:solidFill>
                <a:effectLst/>
                <a:uFillTx/>
                <a:latin typeface="Yu Gothic Medium"/>
                <a:ea typeface="Yu Gothic Medium"/>
              </a:rPr>
              <a:t>章番号を入力（</a:t>
            </a:r>
            <a:r>
              <a:rPr lang="ja-JP" sz="1800" b="0" u="none" spc="57" strike="noStrike">
                <a:solidFill>
                  <a:schemeClr val="lt2"/>
                </a:solidFill>
                <a:effectLst/>
                <a:uFillTx/>
                <a:latin typeface="Yu Gothic Medium"/>
                <a:ea typeface="Yu Gothic Medium"/>
              </a:rPr>
              <a:t>18pt</a:t>
            </a:r>
            <a:r>
              <a:rPr lang="ja-JP" sz="1800" b="0" u="none" spc="57" strike="noStrike">
                <a:solidFill>
                  <a:schemeClr val="lt2"/>
                </a:solidFill>
                <a:effectLst/>
                <a:uFillTx/>
                <a:latin typeface="Yu Gothic Medium"/>
                <a:ea typeface="Yu Gothic Medium"/>
              </a:rPr>
              <a:t>固定）</a:t>
            </a:r>
            <a:endParaRPr lang="ja-JP" sz="1800" b="0" u="none" spc="57" strike="noStrike">
              <a:solidFill>
                <a:schemeClr val="lt2"/>
              </a:solidFill>
              <a:effectLst/>
              <a:uFillTx/>
              <a:latin typeface="Yu Gothic Medium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title" idx="0"/>
          </p:nvPr>
        </p:nvSpPr>
        <p:spPr>
          <a:xfrm>
            <a:off x="731520" y="2395800"/>
            <a:ext cx="6994800" cy="126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35000"/>
              </a:lnSpc>
              <a:buNone/>
              <a:defRPr lang="ja-JP" sz="3600" b="0" u="none" spc="454" strike="noStrike">
                <a:solidFill>
                  <a:schemeClr val="lt2"/>
                </a:solidFill>
                <a:effectLst/>
                <a:uFillTx/>
                <a:latin typeface="Yu Mincho Demibold"/>
                <a:ea typeface="Yu Mincho Demibold"/>
              </a:defRPr>
            </a:lvl1pPr>
          </a:lstStyle>
          <a:p>
            <a:pPr indent="0" algn="l">
              <a:lnSpc>
                <a:spcPct val="135000"/>
              </a:lnSpc>
              <a:buNone/>
            </a:pPr>
            <a:r>
              <a:rPr lang="ja-JP" sz="3600" b="0" u="none" spc="454" strike="noStrike">
                <a:solidFill>
                  <a:schemeClr val="lt2"/>
                </a:solidFill>
                <a:effectLst/>
                <a:uFillTx/>
                <a:latin typeface="Yu Mincho Demibold"/>
                <a:ea typeface="Yu Mincho Demibold"/>
              </a:rPr>
              <a:t>章タイトルを入力（</a:t>
            </a:r>
            <a:r>
              <a:rPr lang="ja-JP" sz="3600" b="0" u="none" spc="454" strike="noStrike">
                <a:solidFill>
                  <a:schemeClr val="lt2"/>
                </a:solidFill>
                <a:effectLst/>
                <a:uFillTx/>
                <a:latin typeface="Yu Mincho Demibold"/>
                <a:ea typeface="Yu Mincho Demibold"/>
              </a:rPr>
              <a:t>36pt</a:t>
            </a:r>
            <a:r>
              <a:rPr lang="ja-JP" sz="3600" b="0" u="none" spc="454" strike="noStrike">
                <a:solidFill>
                  <a:schemeClr val="lt2"/>
                </a:solidFill>
                <a:effectLst/>
                <a:uFillTx/>
                <a:latin typeface="Yu Mincho Demibold"/>
                <a:ea typeface="Yu Mincho Demibold"/>
              </a:rPr>
              <a:t>固定）</a:t>
            </a:r>
            <a:endParaRPr lang="ja-JP" sz="3600" b="0" u="none" spc="454" strike="noStrike">
              <a:solidFill>
                <a:schemeClr val="lt2"/>
              </a:solidFill>
              <a:effectLst/>
              <a:uFillTx/>
              <a:latin typeface="Yu Mincho Demibold"/>
            </a:endParaRPr>
          </a:p>
        </p:txBody>
      </p:sp>
      <p:sp>
        <p:nvSpPr>
          <p:cNvPr id="12" name="pageNumber"/>
          <p:cNvSpPr/>
          <p:nvPr/>
        </p:nvSpPr>
        <p:spPr>
          <a:xfrm>
            <a:off x="11064240" y="6291000"/>
            <a:ext cx="57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</a:pPr>
            <a:r>
              <a:rPr lang="ja-JP" sz="1000" b="0" u="none" spc="57" strike="noStrike">
                <a:solidFill>
                  <a:schemeClr val="lt2"/>
                </a:solidFill>
                <a:effectLst/>
                <a:uFillTx/>
                <a:latin typeface="Yu Gothic"/>
                <a:ea typeface="Yu Gothic"/>
              </a:rPr>
              <a:t>#</a:t>
            </a:r>
            <a:fld id="{114C2FF5-8439-415A-85A3-6F6613372280}" type="slidenum">
              <a:rPr lang="ja-JP" sz="1000" b="0" u="none" spc="57" strike="noStrike">
                <a:solidFill>
                  <a:schemeClr val="lt2"/>
                </a:solidFill>
                <a:effectLst/>
                <a:uFillTx/>
                <a:latin typeface="Yu Gothic"/>
                <a:ea typeface="Yu Gothic"/>
              </a:rPr>
              <a:t>&lt;number&gt;</a:t>
            </a:fld>
            <a:endParaRPr lang="ja-JP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cust" preserve="1">
  <p:cSld name="BASE_ASSER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 idx="0"/>
          </p:nvPr>
        </p:nvSpPr>
        <p:spPr>
          <a:xfrm>
            <a:off x="731520" y="530280"/>
            <a:ext cx="10728360" cy="3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20000"/>
              </a:lnSpc>
              <a:buNone/>
              <a:defRPr lang="ja-JP" sz="2000" b="0" u="none" spc="142" strike="noStrike">
                <a:solidFill>
                  <a:schemeClr val="dk1"/>
                </a:solidFill>
                <a:effectLst/>
                <a:uFillTx/>
                <a:latin typeface="Yu Gothic Medium"/>
                <a:ea typeface="Yu Gothic Medium"/>
              </a:defRPr>
            </a:lvl1pPr>
          </a:lstStyle>
          <a:p>
            <a:pPr indent="0" algn="l">
              <a:lnSpc>
                <a:spcPct val="120000"/>
              </a:lnSpc>
              <a:buNone/>
            </a:pPr>
            <a:r>
              <a:rPr lang="ja-JP" sz="2000" b="0" u="none" spc="142" strike="noStrike">
                <a:solidFill>
                  <a:schemeClr val="dk1"/>
                </a:solidFill>
                <a:effectLst/>
                <a:uFillTx/>
                <a:latin typeface="Yu Gothic Medium"/>
                <a:ea typeface="Yu Gothic Medium"/>
              </a:rPr>
              <a:t>タイトル（話題名・</a:t>
            </a:r>
            <a:r>
              <a:rPr lang="ja-JP" sz="2000" b="0" u="none" spc="142" strike="noStrike">
                <a:solidFill>
                  <a:schemeClr val="dk1"/>
                </a:solidFill>
                <a:effectLst/>
                <a:uFillTx/>
                <a:latin typeface="Yu Gothic Medium"/>
                <a:ea typeface="Yu Gothic Medium"/>
              </a:rPr>
              <a:t>20pt</a:t>
            </a:r>
            <a:r>
              <a:rPr lang="ja-JP" sz="2000" b="0" u="none" spc="142" strike="noStrike">
                <a:solidFill>
                  <a:schemeClr val="dk1"/>
                </a:solidFill>
                <a:effectLst/>
                <a:uFillTx/>
                <a:latin typeface="Yu Gothic Medium"/>
                <a:ea typeface="Yu Gothic Medium"/>
              </a:rPr>
              <a:t>固定）</a:t>
            </a:r>
            <a:endParaRPr lang="ja-JP" sz="2000" b="0" u="none" spc="142" strike="noStrike">
              <a:solidFill>
                <a:schemeClr val="dk1"/>
              </a:solidFill>
              <a:effectLst/>
              <a:uFillTx/>
              <a:latin typeface="Yu Gothic Medium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 idx="1"/>
          </p:nvPr>
        </p:nvSpPr>
        <p:spPr>
          <a:xfrm>
            <a:off x="731520" y="2057400"/>
            <a:ext cx="7680600" cy="393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457200" indent="-228600" algn="l">
              <a:lnSpc>
                <a:spcPct val="150000"/>
              </a:lnSpc>
              <a:spcAft>
                <a:spcPts val="600"/>
              </a:spcAft>
              <a:buClr>
                <a:schemeClr val="accent2"/>
              </a:buClr>
              <a:buSzPct val="85000"/>
              <a:buFont typeface="Yu Gothic"/>
              <a:buChar char="•"/>
              <a:tabLst>
                <a:tab pos="457200" algn="l"/>
              </a:tabLst>
              <a:defRPr lang="ja-JP" sz="2200" b="0" u="none" spc="57" strike="noStrike">
                <a:solidFill>
                  <a:schemeClr val="dk2"/>
                </a:solidFill>
                <a:effectLst/>
                <a:uFillTx/>
                <a:latin typeface="Yu Gothic"/>
                <a:ea typeface="Yu Gothic"/>
              </a:defRPr>
            </a:lvl1pPr>
            <a:lvl2pPr marL="914400" indent="-228600" algn="l">
              <a:lnSpc>
                <a:spcPct val="145000"/>
              </a:lnSpc>
              <a:spcAft>
                <a:spcPts val="400"/>
              </a:spcAft>
              <a:buClr>
                <a:schemeClr val="dk2"/>
              </a:buClr>
              <a:buSzPct val="80000"/>
              <a:buFont typeface="Yu Gothic"/>
              <a:buChar char="–"/>
              <a:tabLst>
                <a:tab pos="914400" algn="l"/>
              </a:tabLst>
              <a:defRPr lang="ja-JP" sz="2000" b="0" u="none" spc="57" strike="noStrike">
                <a:solidFill>
                  <a:schemeClr val="dk2"/>
                </a:solidFill>
                <a:effectLst/>
                <a:uFillTx/>
                <a:latin typeface="Yu Gothic"/>
                <a:ea typeface="Yu Gothic"/>
              </a:defRPr>
            </a:lvl2pPr>
            <a:lvl3pPr marL="1371600" indent="-228600" algn="l">
              <a:lnSpc>
                <a:spcPct val="140000"/>
              </a:lnSpc>
              <a:spcAft>
                <a:spcPts val="200"/>
              </a:spcAft>
              <a:buClr>
                <a:schemeClr val="accent3"/>
              </a:buClr>
              <a:buSzPct val="75000"/>
              <a:buFont typeface="Yu Gothic"/>
              <a:buChar char="•"/>
              <a:tabLst>
                <a:tab pos="1371600" algn="l"/>
              </a:tabLst>
              <a:defRPr lang="ja-JP" sz="1800" b="0" u="none" spc="57" strike="noStrike">
                <a:solidFill>
                  <a:schemeClr val="dk2"/>
                </a:solidFill>
                <a:effectLst/>
                <a:uFillTx/>
                <a:latin typeface="Yu Gothic"/>
                <a:ea typeface="Yu Gothic"/>
              </a:defRPr>
            </a:lvl3pPr>
          </a:lstStyle>
          <a:p>
            <a:pPr marL="228600" indent="-228600" algn="l">
              <a:lnSpc>
                <a:spcPct val="18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ja-JP" sz="2200" b="0" u="none" spc="57" strike="noStrike">
                <a:solidFill>
                  <a:schemeClr val="dk2"/>
                </a:solidFill>
                <a:effectLst/>
                <a:uFillTx/>
                <a:latin typeface="Yu Gothic"/>
                <a:ea typeface="Yu Gothic"/>
              </a:rPr>
              <a:t>本文を入力（標準</a:t>
            </a:r>
            <a:r>
              <a:rPr lang="ja-JP" sz="2200" b="0" u="none" spc="57" strike="noStrike">
                <a:solidFill>
                  <a:schemeClr val="dk2"/>
                </a:solidFill>
                <a:effectLst/>
                <a:uFillTx/>
                <a:latin typeface="Yu Gothic"/>
                <a:ea typeface="Yu Gothic"/>
              </a:rPr>
              <a:t>22pt</a:t>
            </a:r>
            <a:r>
              <a:rPr lang="ja-JP" sz="2200" b="0" u="none" spc="57" strike="noStrike">
                <a:solidFill>
                  <a:schemeClr val="dk2"/>
                </a:solidFill>
                <a:effectLst/>
                <a:uFillTx/>
                <a:latin typeface="Yu Gothic"/>
                <a:ea typeface="Yu Gothic"/>
              </a:rPr>
              <a:t>・</a:t>
            </a:r>
            <a:r>
              <a:rPr lang="ja-JP" sz="2200" b="0" u="none" spc="57" strike="noStrike">
                <a:solidFill>
                  <a:schemeClr val="dk2"/>
                </a:solidFill>
                <a:effectLst/>
                <a:uFillTx/>
                <a:latin typeface="Yu Gothic"/>
                <a:ea typeface="Yu Gothic"/>
              </a:rPr>
              <a:t>18pt</a:t>
            </a:r>
            <a:r>
              <a:rPr lang="ja-JP" sz="2200" b="0" u="none" spc="57" strike="noStrike">
                <a:solidFill>
                  <a:schemeClr val="dk2"/>
                </a:solidFill>
                <a:effectLst/>
                <a:uFillTx/>
                <a:latin typeface="Yu Gothic"/>
                <a:ea typeface="Yu Gothic"/>
              </a:rPr>
              <a:t>以上を目安に調整）</a:t>
            </a:r>
            <a:endParaRPr lang="ja-JP" sz="2200" b="0" u="none" spc="57" strike="noStrike">
              <a:solidFill>
                <a:schemeClr val="dk2"/>
              </a:solidFill>
              <a:effectLst/>
              <a:uFillTx/>
              <a:latin typeface="Yu Gothic"/>
            </a:endParaRPr>
          </a:p>
        </p:txBody>
      </p:sp>
      <p:sp>
        <p:nvSpPr>
          <p:cNvPr id="15" name="pageNumber"/>
          <p:cNvSpPr/>
          <p:nvPr/>
        </p:nvSpPr>
        <p:spPr>
          <a:xfrm>
            <a:off x="11064240" y="6291000"/>
            <a:ext cx="57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</a:pPr>
            <a:r>
              <a:rPr lang="ja-JP" sz="1000" b="0" u="none" spc="57" strike="noStrike">
                <a:solidFill>
                  <a:schemeClr val="dk2"/>
                </a:solidFill>
                <a:effectLst/>
                <a:uFillTx/>
                <a:latin typeface="Yu Gothic"/>
                <a:ea typeface="Yu Gothic"/>
              </a:rPr>
              <a:t>#</a:t>
            </a:r>
            <a:fld id="{4EC8F808-90B0-4C6A-B286-F0E30098030C}" type="slidenum">
              <a:rPr lang="ja-JP" sz="1000" b="0" u="none" spc="57" strike="noStrike">
                <a:solidFill>
                  <a:schemeClr val="dk2"/>
                </a:solidFill>
                <a:effectLst/>
                <a:uFillTx/>
                <a:latin typeface="Yu Gothic"/>
                <a:ea typeface="Yu Gothic"/>
              </a:rPr>
              <a:t>&lt;number&gt;</a:t>
            </a:fld>
            <a:endParaRPr lang="ja-JP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messageDivider"/>
          <p:cNvSpPr/>
          <p:nvPr/>
        </p:nvSpPr>
        <p:spPr>
          <a:xfrm>
            <a:off x="731520" y="1810440"/>
            <a:ext cx="7680960" cy="360"/>
          </a:xfrm>
          <a:prstGeom prst="line">
            <a:avLst/>
          </a:prstGeom>
          <a:ln w="11906">
            <a:solidFill>
              <a:schemeClr val="accent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ja-JP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subTitle" idx="2"/>
          </p:nvPr>
        </p:nvSpPr>
        <p:spPr>
          <a:xfrm>
            <a:off x="731520" y="987480"/>
            <a:ext cx="10728360" cy="67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marL="228600" indent="-228600" algn="l">
              <a:lnSpc>
                <a:spcPct val="135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ja-JP" sz="3000" b="0" u="none" spc="142" strike="noStrike">
                <a:solidFill>
                  <a:schemeClr val="accent3"/>
                </a:solidFill>
                <a:effectLst/>
                <a:uFillTx/>
                <a:latin typeface="Yu Gothic Medium"/>
                <a:ea typeface="Yu Gothic Medium"/>
              </a:rPr>
              <a:t>主張を短く入力（</a:t>
            </a:r>
            <a:r>
              <a:rPr lang="ja-JP" sz="3000" b="0" u="none" spc="142" strike="noStrike">
                <a:solidFill>
                  <a:schemeClr val="accent3"/>
                </a:solidFill>
                <a:effectLst/>
                <a:uFillTx/>
                <a:latin typeface="Yu Gothic Medium"/>
                <a:ea typeface="Yu Gothic Medium"/>
              </a:rPr>
              <a:t>30pt</a:t>
            </a:r>
            <a:r>
              <a:rPr lang="ja-JP" sz="3000" b="0" u="none" spc="142" strike="noStrike">
                <a:solidFill>
                  <a:schemeClr val="accent3"/>
                </a:solidFill>
                <a:effectLst/>
                <a:uFillTx/>
                <a:latin typeface="Yu Gothic Medium"/>
                <a:ea typeface="Yu Gothic Medium"/>
              </a:rPr>
              <a:t>固定）</a:t>
            </a:r>
            <a:endParaRPr lang="ja-JP" sz="3000" b="0" u="none" spc="142" strike="noStrike">
              <a:solidFill>
                <a:schemeClr val="dk1"/>
              </a:solidFill>
              <a:effectLst/>
              <a:uFillTx/>
              <a:latin typeface="Yu Gothic Medium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COV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verGoldBand"/>
          <p:cNvSpPr/>
          <p:nvPr/>
        </p:nvSpPr>
        <p:spPr>
          <a:xfrm>
            <a:off x="0" y="6546960"/>
            <a:ext cx="12191400" cy="31068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ja-JP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1"/>
          <p:cNvSpPr>
            <a:spLocks noGrp="1"/>
          </p:cNvSpPr>
          <p:nvPr>
            <p:ph type="ctrTitle" idx="0"/>
          </p:nvPr>
        </p:nvSpPr>
        <p:spPr>
          <a:xfrm>
            <a:off x="731520" y="2377440"/>
            <a:ext cx="10728360" cy="1462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35000"/>
              </a:lnSpc>
              <a:buNone/>
              <a:defRPr lang="ja-JP" sz="4000" b="0" u="none" spc="454" strike="noStrike">
                <a:solidFill>
                  <a:schemeClr val="dk1"/>
                </a:solidFill>
                <a:effectLst/>
                <a:uFillTx/>
                <a:latin typeface="Yu Mincho Demibold"/>
                <a:ea typeface="Yu Mincho Demibold"/>
              </a:defRPr>
            </a:lvl1pPr>
          </a:lstStyle>
          <a:p>
            <a:pPr indent="0" algn="l">
              <a:lnSpc>
                <a:spcPct val="135000"/>
              </a:lnSpc>
              <a:buNone/>
            </a:pPr>
            <a:r>
              <a:rPr lang="ja-JP" sz="4000" b="0" u="none" spc="454" strike="noStrike">
                <a:solidFill>
                  <a:schemeClr val="dk1"/>
                </a:solidFill>
                <a:effectLst/>
                <a:uFillTx/>
                <a:latin typeface="Yu Mincho Demibold"/>
                <a:ea typeface="Yu Mincho Demibold"/>
              </a:rPr>
              <a:t>表紙タイトルを入力（</a:t>
            </a:r>
            <a:r>
              <a:rPr lang="ja-JP" sz="4000" b="0" u="none" spc="454" strike="noStrike">
                <a:solidFill>
                  <a:schemeClr val="dk1"/>
                </a:solidFill>
                <a:effectLst/>
                <a:uFillTx/>
                <a:latin typeface="Yu Mincho Demibold"/>
                <a:ea typeface="Yu Mincho Demibold"/>
              </a:rPr>
              <a:t>40pt</a:t>
            </a:r>
            <a:r>
              <a:rPr lang="ja-JP" sz="4000" b="0" u="none" spc="454" strike="noStrike">
                <a:solidFill>
                  <a:schemeClr val="dk1"/>
                </a:solidFill>
                <a:effectLst/>
                <a:uFillTx/>
                <a:latin typeface="Yu Mincho Demibold"/>
                <a:ea typeface="Yu Mincho Demibold"/>
              </a:rPr>
              <a:t>固定）</a:t>
            </a:r>
            <a:endParaRPr lang="ja-JP" sz="4000" b="0" u="none" spc="454" strike="noStrike">
              <a:solidFill>
                <a:schemeClr val="dk1"/>
              </a:solidFill>
              <a:effectLst/>
              <a:uFillTx/>
              <a:latin typeface="Yu Mincho Demibold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 idx="2"/>
          </p:nvPr>
        </p:nvSpPr>
        <p:spPr>
          <a:xfrm>
            <a:off x="731520" y="5669280"/>
            <a:ext cx="7680600" cy="328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ja-JP" sz="1400" b="0" u="none" spc="57" strike="noStrike">
                <a:solidFill>
                  <a:schemeClr val="dk2"/>
                </a:solidFill>
                <a:effectLst/>
                <a:uFillTx/>
                <a:latin typeface="Yu Gothic"/>
                <a:ea typeface="Yu Gothic"/>
              </a:defRPr>
            </a:lvl1pPr>
          </a:lstStyle>
          <a:p>
            <a:pPr marL="228600" indent="-228600" algn="l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ja-JP" sz="1400" b="0" u="none" spc="57" strike="noStrike">
                <a:solidFill>
                  <a:schemeClr val="dk2"/>
                </a:solidFill>
                <a:effectLst/>
                <a:uFillTx/>
                <a:latin typeface="Yu Gothic"/>
                <a:ea typeface="Yu Gothic"/>
              </a:rPr>
              <a:t>日付・部署を入力（</a:t>
            </a:r>
            <a:r>
              <a:rPr lang="ja-JP" sz="1400" b="0" u="none" spc="57" strike="noStrike">
                <a:solidFill>
                  <a:schemeClr val="dk2"/>
                </a:solidFill>
                <a:effectLst/>
                <a:uFillTx/>
                <a:latin typeface="Yu Gothic"/>
                <a:ea typeface="Yu Gothic"/>
              </a:rPr>
              <a:t>18pt</a:t>
            </a:r>
            <a:r>
              <a:rPr lang="ja-JP" sz="1400" b="0" u="none" spc="57" strike="noStrike">
                <a:solidFill>
                  <a:schemeClr val="dk2"/>
                </a:solidFill>
                <a:effectLst/>
                <a:uFillTx/>
                <a:latin typeface="Yu Gothic"/>
                <a:ea typeface="Yu Gothic"/>
              </a:rPr>
              <a:t>固定）</a:t>
            </a:r>
            <a:endParaRPr lang="ja-JP" sz="1400" b="0" u="none" spc="57" strike="noStrike">
              <a:solidFill>
                <a:schemeClr val="dk2"/>
              </a:solidFill>
              <a:effectLst/>
              <a:uFillTx/>
              <a:latin typeface="Yu Gothic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subTitle" idx="1"/>
          </p:nvPr>
        </p:nvSpPr>
        <p:spPr>
          <a:xfrm>
            <a:off x="731520" y="3977640"/>
            <a:ext cx="10728360" cy="566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marL="228600" indent="-228600" algn="l">
              <a:lnSpc>
                <a:spcPct val="135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ja-JP" sz="2000" b="0" u="none" spc="57" strike="noStrike">
                <a:solidFill>
                  <a:schemeClr val="accent3"/>
                </a:solidFill>
                <a:effectLst/>
                <a:uFillTx/>
                <a:latin typeface="Yu Gothic"/>
                <a:ea typeface="Yu Gothic"/>
              </a:rPr>
              <a:t>サブタイトルを入力（</a:t>
            </a:r>
            <a:r>
              <a:rPr lang="ja-JP" sz="2000" b="0" u="none" spc="57" strike="noStrike">
                <a:solidFill>
                  <a:schemeClr val="accent3"/>
                </a:solidFill>
                <a:effectLst/>
                <a:uFillTx/>
                <a:latin typeface="Yu Gothic"/>
                <a:ea typeface="Yu Gothic"/>
              </a:rPr>
              <a:t>18pt</a:t>
            </a:r>
            <a:r>
              <a:rPr lang="ja-JP" sz="2000" b="0" u="none" spc="57" strike="noStrike">
                <a:solidFill>
                  <a:schemeClr val="accent3"/>
                </a:solidFill>
                <a:effectLst/>
                <a:uFillTx/>
                <a:latin typeface="Yu Gothic"/>
                <a:ea typeface="Yu Gothic"/>
              </a:rPr>
              <a:t>固定）</a:t>
            </a:r>
            <a:endParaRPr lang="ja-JP" sz="2000" b="0" u="none" spc="57" strike="noStrike">
              <a:solidFill>
                <a:schemeClr val="dk2"/>
              </a:solidFill>
              <a:effectLst/>
              <a:uFillTx/>
              <a:latin typeface="Yu Gothic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ctrTitle 101"/>
          <p:cNvSpPr>
            <a:spLocks noGrp="1"/>
          </p:cNvSpPr>
          <p:nvPr>
            <p:ph type="ctrTitle" idx="0"/>
          </p:nvPr>
        </p:nvSpPr>
        <p:spPr/>
        <p:txBody>
          <a:bodyPr/>
          <a:lstStyle/>
          <a:p>
            <a:r>
              <a:rPr lang="ja-JP" altLang="en-US" dirty="0"/>
              <a:t>菓道 八右エ門 HP刷新プロジェクト</a:t>
            </a:r>
          </a:p>
        </p:txBody>
      </p:sp>
      <p:sp>
        <p:nvSpPr>
          <p:cNvPr id="102" name="subTitle 10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ja-JP" altLang="en-US" sz="2000" b="0" spc="57" dirty="0">
                <a:solidFill>
                  <a:schemeClr val="dk2"/>
                </a:solidFill>
                <a:latin typeface="Yu Gothic"/>
                <a:ea typeface="Yu Gothic"/>
              </a:rPr>
              <a:t>成果発表</a:t>
            </a:r>
          </a:p>
        </p:txBody>
      </p:sp>
      <p:sp>
        <p:nvSpPr>
          <p:cNvPr id="103" name="body 10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ja-JP" altLang="en-US" dirty="0"/>
              <a:t>【〇〇チーム】　【氏名】</a:t>
            </a:r>
          </a:p>
        </p:txBody>
      </p:sp>
    </p:spTree>
  </p:cSld>
  <p:clrMapOvr>
    <a:masterClrMapping/>
  </p:clrMapOvr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0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ja-JP" altLang="en-US" dirty="0"/>
              <a:t>目次</a:t>
            </a:r>
          </a:p>
        </p:txBody>
      </p:sp>
      <p:sp>
        <p:nvSpPr>
          <p:cNvPr id="102" name="body 10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lnSpc>
                <a:spcPct val="150000"/>
              </a:lnSpc>
              <a:spcAft>
                <a:spcPts val="600"/>
              </a:spcAft>
              <a:buNone/>
            </a:pPr>
            <a:r>
              <a:rPr lang="ja-JP" altLang="en-US" sz="2000" b="0" spc="142" dirty="0">
                <a:solidFill>
                  <a:schemeClr val="accent2"/>
                </a:solidFill>
                <a:latin typeface="Yu Mincho Demibold"/>
                <a:ea typeface="Yu Mincho Demibold"/>
              </a:rPr>
              <a:t>01</a:t>
            </a:r>
            <a:r>
              <a:rPr lang="ja-JP" altLang="en-US" sz="2000" b="0" spc="57" dirty="0">
                <a:solidFill>
                  <a:schemeClr val="dk1"/>
                </a:solidFill>
                <a:latin typeface="Yu Gothic"/>
                <a:ea typeface="Yu Gothic"/>
              </a:rPr>
              <a:t>　プロジェクトの目的</a:t>
            </a:r>
          </a:p>
          <a:p>
            <a:pPr algn="l">
              <a:lnSpc>
                <a:spcPct val="150000"/>
              </a:lnSpc>
              <a:spcAft>
                <a:spcPts val="600"/>
              </a:spcAft>
              <a:buNone/>
            </a:pPr>
            <a:r>
              <a:rPr lang="ja-JP" altLang="en-US" sz="2000" b="0" spc="142" dirty="0">
                <a:solidFill>
                  <a:schemeClr val="accent2"/>
                </a:solidFill>
                <a:latin typeface="Yu Mincho Demibold"/>
                <a:ea typeface="Yu Mincho Demibold"/>
              </a:rPr>
              <a:t>02</a:t>
            </a:r>
            <a:r>
              <a:rPr lang="ja-JP" altLang="en-US" sz="2000" b="0" spc="57" dirty="0">
                <a:solidFill>
                  <a:schemeClr val="dk1"/>
                </a:solidFill>
                <a:latin typeface="Yu Gothic"/>
                <a:ea typeface="Yu Gothic"/>
              </a:rPr>
              <a:t>　任された範囲と要件</a:t>
            </a:r>
          </a:p>
          <a:p>
            <a:pPr algn="l">
              <a:lnSpc>
                <a:spcPct val="150000"/>
              </a:lnSpc>
              <a:spcAft>
                <a:spcPts val="600"/>
              </a:spcAft>
              <a:buNone/>
            </a:pPr>
            <a:r>
              <a:rPr lang="ja-JP" altLang="en-US" sz="2000" b="0" spc="142" dirty="0">
                <a:solidFill>
                  <a:schemeClr val="accent2"/>
                </a:solidFill>
                <a:latin typeface="Yu Mincho Demibold"/>
                <a:ea typeface="Yu Mincho Demibold"/>
              </a:rPr>
              <a:t>03</a:t>
            </a:r>
            <a:r>
              <a:rPr lang="ja-JP" altLang="en-US" sz="2000" b="0" spc="57" dirty="0">
                <a:solidFill>
                  <a:schemeClr val="dk1"/>
                </a:solidFill>
                <a:latin typeface="Yu Gothic"/>
                <a:ea typeface="Yu Gothic"/>
              </a:rPr>
              <a:t>　来店につながる強み</a:t>
            </a:r>
          </a:p>
          <a:p>
            <a:pPr algn="l">
              <a:lnSpc>
                <a:spcPct val="150000"/>
              </a:lnSpc>
              <a:spcAft>
                <a:spcPts val="600"/>
              </a:spcAft>
              <a:buNone/>
            </a:pPr>
            <a:r>
              <a:rPr lang="ja-JP" altLang="en-US" sz="2000" b="0" spc="142" dirty="0">
                <a:solidFill>
                  <a:schemeClr val="accent2"/>
                </a:solidFill>
                <a:latin typeface="Yu Mincho Demibold"/>
                <a:ea typeface="Yu Mincho Demibold"/>
              </a:rPr>
              <a:t>04</a:t>
            </a:r>
            <a:r>
              <a:rPr lang="ja-JP" altLang="en-US" sz="2000" b="0" spc="57" dirty="0">
                <a:solidFill>
                  <a:schemeClr val="dk1"/>
                </a:solidFill>
                <a:latin typeface="Yu Gothic"/>
                <a:ea typeface="Yu Gothic"/>
              </a:rPr>
              <a:t>　HPでの強みの見せ方</a:t>
            </a:r>
          </a:p>
          <a:p>
            <a:pPr algn="l">
              <a:lnSpc>
                <a:spcPct val="150000"/>
              </a:lnSpc>
              <a:spcAft>
                <a:spcPts val="600"/>
              </a:spcAft>
              <a:buNone/>
            </a:pPr>
            <a:r>
              <a:rPr lang="ja-JP" altLang="en-US" sz="2000" b="0" spc="142" dirty="0">
                <a:solidFill>
                  <a:schemeClr val="accent2"/>
                </a:solidFill>
                <a:latin typeface="Yu Mincho Demibold"/>
                <a:ea typeface="Yu Mincho Demibold"/>
              </a:rPr>
              <a:t>05</a:t>
            </a:r>
            <a:r>
              <a:rPr lang="ja-JP" altLang="en-US" sz="2000" b="0" spc="57" dirty="0">
                <a:solidFill>
                  <a:schemeClr val="dk1"/>
                </a:solidFill>
                <a:latin typeface="Yu Gothic"/>
                <a:ea typeface="Yu Gothic"/>
              </a:rPr>
              <a:t>　継続来店の仕組み</a:t>
            </a:r>
          </a:p>
          <a:p>
            <a:pPr algn="l">
              <a:lnSpc>
                <a:spcPct val="150000"/>
              </a:lnSpc>
              <a:spcAft>
                <a:spcPts val="600"/>
              </a:spcAft>
              <a:buNone/>
            </a:pPr>
            <a:r>
              <a:rPr lang="ja-JP" altLang="en-US" sz="2000" b="0" spc="142" dirty="0">
                <a:solidFill>
                  <a:schemeClr val="accent2"/>
                </a:solidFill>
                <a:latin typeface="Yu Mincho Demibold"/>
                <a:ea typeface="Yu Mincho Demibold"/>
              </a:rPr>
              <a:t>06</a:t>
            </a:r>
            <a:r>
              <a:rPr lang="ja-JP" altLang="en-US" sz="2000" b="0" spc="57" dirty="0">
                <a:solidFill>
                  <a:schemeClr val="dk1"/>
                </a:solidFill>
                <a:latin typeface="Yu Gothic"/>
                <a:ea typeface="Yu Gothic"/>
              </a:rPr>
              <a:t>　完成したHP（デモ動画）</a:t>
            </a:r>
          </a:p>
        </p:txBody>
      </p:sp>
    </p:spTree>
  </p:cSld>
  <p:clrMapOvr>
    <a:masterClrMapping/>
  </p:clrMapOvr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0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ja-JP" altLang="en-US" dirty="0"/>
              <a:t>プロジェクトの目的</a:t>
            </a:r>
          </a:p>
        </p:txBody>
      </p:sp>
      <p:sp>
        <p:nvSpPr>
          <p:cNvPr id="102" name="subTitle 102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ja-JP" altLang="en-US" sz="3000" b="0" spc="142" dirty="0">
                <a:solidFill>
                  <a:schemeClr val="dk1"/>
                </a:solidFill>
                <a:latin typeface="Yu Gothic Medium"/>
                <a:ea typeface="Yu Gothic Medium"/>
              </a:rPr>
              <a:t>HPを起点に来店を増やす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731520" y="2103120"/>
            <a:ext cx="60350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ja-JP" altLang="en-US" sz="2000" b="0" spc="57" dirty="0">
                <a:solidFill>
                  <a:schemeClr val="dk1"/>
                </a:solidFill>
                <a:latin typeface="Yu Gothic"/>
                <a:ea typeface="Yu Gothic"/>
              </a:rPr>
              <a:t>山形の和菓子店「菓道 八右エ門」のHP刷新</a:t>
            </a:r>
          </a:p>
        </p:txBody>
      </p:sp>
      <p:sp>
        <p:nvSpPr>
          <p:cNvPr id="104" name="Shape 104"/>
          <p:cNvSpPr/>
          <p:nvPr/>
        </p:nvSpPr>
        <p:spPr>
          <a:xfrm>
            <a:off x="731520" y="2724912"/>
            <a:ext cx="822960" cy="420624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wrap="square" lIns="45720" tIns="22860" rIns="45720" bIns="22860" anchor="ctr" rtlCol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ja-JP" altLang="en-US" sz="1600" b="1" spc="57" dirty="0">
                <a:solidFill>
                  <a:srgbClr val="FFFFFF"/>
                </a:solidFill>
                <a:latin typeface="Yu Gothic"/>
                <a:ea typeface="Yu Gothic"/>
              </a:rPr>
              <a:t>課題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1737360" y="2724912"/>
            <a:ext cx="50292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ja-JP" altLang="en-US" sz="2000" b="0" spc="57" dirty="0">
                <a:solidFill>
                  <a:schemeClr val="dk1"/>
                </a:solidFill>
                <a:latin typeface="Yu Gothic"/>
                <a:ea typeface="Yu Gothic"/>
              </a:rPr>
              <a:t>【お店の魅力が伝わりにくい】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731520" y="3429000"/>
            <a:ext cx="6035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ja-JP" altLang="en-US" sz="1600" b="1" spc="142" dirty="0">
                <a:solidFill>
                  <a:schemeClr val="accent2"/>
                </a:solidFill>
                <a:latin typeface="Yu Gothic"/>
                <a:ea typeface="Yu Gothic"/>
              </a:rPr>
              <a:t>ゴール</a:t>
            </a:r>
          </a:p>
        </p:txBody>
      </p:sp>
      <p:sp>
        <p:nvSpPr>
          <p:cNvPr id="107" name="Shape 107"/>
          <p:cNvSpPr/>
          <p:nvPr/>
        </p:nvSpPr>
        <p:spPr>
          <a:xfrm>
            <a:off x="731520" y="3840480"/>
            <a:ext cx="603504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chemeClr val="accent3"/>
            </a:solidFill>
          </a:ln>
        </p:spPr>
        <p:txBody>
          <a:bodyPr wrap="square" lIns="109728" tIns="54864" rIns="109728" bIns="54864" anchor="ctr" rtlCol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ja-JP" altLang="en-US" sz="2000" b="0" spc="57" dirty="0">
                <a:solidFill>
                  <a:schemeClr val="accent3"/>
                </a:solidFill>
                <a:latin typeface="Yu Gothic"/>
                <a:ea typeface="Yu Gothic"/>
              </a:rPr>
              <a:t>✕　HPを完成させる</a:t>
            </a:r>
          </a:p>
        </p:txBody>
      </p:sp>
      <p:sp>
        <p:nvSpPr>
          <p:cNvPr id="108" name="Shape 108"/>
          <p:cNvSpPr/>
          <p:nvPr/>
        </p:nvSpPr>
        <p:spPr>
          <a:xfrm>
            <a:off x="3566160" y="4572000"/>
            <a:ext cx="365760" cy="292608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09" name="Shape 109"/>
          <p:cNvSpPr/>
          <p:nvPr/>
        </p:nvSpPr>
        <p:spPr>
          <a:xfrm>
            <a:off x="731520" y="4910328"/>
            <a:ext cx="6035040" cy="86868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109728" tIns="54864" rIns="109728" bIns="54864" anchor="ctr" rtlCol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ja-JP" altLang="en-US" sz="2400" b="1" spc="57" dirty="0">
                <a:solidFill>
                  <a:srgbClr val="FFFFFF"/>
                </a:solidFill>
                <a:latin typeface="Yu Gothic"/>
                <a:ea typeface="Yu Gothic"/>
              </a:rPr>
              <a:t>○　HPを見た人が来店する</a:t>
            </a:r>
          </a:p>
        </p:txBody>
      </p:sp>
      <p:sp>
        <p:nvSpPr>
          <p:cNvPr id="110" name="ImagePlaceholder 110"/>
          <p:cNvSpPr/>
          <p:nvPr/>
        </p:nvSpPr>
        <p:spPr>
          <a:xfrm>
            <a:off x="7132320" y="2103120"/>
            <a:ext cx="4325112" cy="1737360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3"/>
            </a:solidFill>
            <a:prstDash val="dash"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ja-JP" altLang="en-US" sz="1600" b="1" spc="57" dirty="0">
                <a:solidFill>
                  <a:schemeClr val="accent3"/>
                </a:solidFill>
                <a:latin typeface="Yu Gothic"/>
                <a:ea typeface="Yu Gothic"/>
              </a:rPr>
              <a:t>【画像】</a:t>
            </a:r>
          </a:p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ja-JP" altLang="en-US" sz="1400" b="0" spc="57" dirty="0">
                <a:solidFill>
                  <a:schemeClr val="accent3"/>
                </a:solidFill>
                <a:latin typeface="Yu Gothic"/>
                <a:ea typeface="Yu Gothic"/>
              </a:rPr>
              <a:t>八右エ門の店の写真</a:t>
            </a:r>
          </a:p>
        </p:txBody>
      </p:sp>
      <p:sp>
        <p:nvSpPr>
          <p:cNvPr id="111" name="ImagePlaceholder 111"/>
          <p:cNvSpPr/>
          <p:nvPr/>
        </p:nvSpPr>
        <p:spPr>
          <a:xfrm>
            <a:off x="7132320" y="4041648"/>
            <a:ext cx="4325112" cy="1737360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3"/>
            </a:solidFill>
            <a:prstDash val="dash"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ja-JP" altLang="en-US" sz="1600" b="1" spc="57" dirty="0">
                <a:solidFill>
                  <a:schemeClr val="accent3"/>
                </a:solidFill>
                <a:latin typeface="Yu Gothic"/>
                <a:ea typeface="Yu Gothic"/>
              </a:rPr>
              <a:t>【画像】</a:t>
            </a:r>
          </a:p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ja-JP" altLang="en-US" sz="1400" b="0" spc="57" dirty="0">
                <a:solidFill>
                  <a:schemeClr val="accent3"/>
                </a:solidFill>
                <a:latin typeface="Yu Gothic"/>
                <a:ea typeface="Yu Gothic"/>
              </a:rPr>
              <a:t>旧HPのスクショ</a:t>
            </a:r>
          </a:p>
        </p:txBody>
      </p:sp>
    </p:spTree>
  </p:cSld>
  <p:clrMapOvr>
    <a:masterClrMapping/>
  </p:clrMapOvr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0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ja-JP" altLang="en-US" dirty="0"/>
              <a:t>任された範囲と要件</a:t>
            </a:r>
          </a:p>
        </p:txBody>
      </p:sp>
      <p:sp>
        <p:nvSpPr>
          <p:cNvPr id="102" name="subTitle 102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ja-JP" altLang="en-US" sz="3000" b="0" spc="142" dirty="0">
                <a:solidFill>
                  <a:schemeClr val="dk1"/>
                </a:solidFill>
                <a:latin typeface="Yu Gothic Medium"/>
                <a:ea typeface="Yu Gothic Medium"/>
              </a:rPr>
              <a:t>付加機能は私たちが定義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731520" y="210312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ja-JP" altLang="en-US" sz="1400" b="1" spc="142" dirty="0">
                <a:solidFill>
                  <a:schemeClr val="dk2"/>
                </a:solidFill>
                <a:latin typeface="Yu Gothic"/>
                <a:ea typeface="Yu Gothic"/>
              </a:rPr>
              <a:t>提示された要件</a:t>
            </a:r>
          </a:p>
        </p:txBody>
      </p:sp>
      <p:sp>
        <p:nvSpPr>
          <p:cNvPr id="104" name="Shape 104"/>
          <p:cNvSpPr/>
          <p:nvPr/>
        </p:nvSpPr>
        <p:spPr>
          <a:xfrm>
            <a:off x="731520" y="2514600"/>
            <a:ext cx="512064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05" name="TextBox 105"/>
          <p:cNvSpPr txBox="1"/>
          <p:nvPr/>
        </p:nvSpPr>
        <p:spPr>
          <a:xfrm>
            <a:off x="960120" y="2514600"/>
            <a:ext cx="301752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ja-JP" altLang="en-US" sz="2000" b="0" spc="57" dirty="0">
                <a:solidFill>
                  <a:schemeClr val="dk1"/>
                </a:solidFill>
                <a:latin typeface="Yu Gothic"/>
                <a:ea typeface="Yu Gothic"/>
              </a:rPr>
              <a:t>① お客様向け画面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3931920" y="2514600"/>
            <a:ext cx="173736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buNone/>
            </a:pPr>
            <a:r>
              <a:rPr lang="ja-JP" altLang="en-US" sz="1400" b="0" spc="57" dirty="0">
                <a:solidFill>
                  <a:schemeClr val="dk2"/>
                </a:solidFill>
                <a:latin typeface="Yu Gothic"/>
                <a:ea typeface="Yu Gothic"/>
              </a:rPr>
              <a:t>基本設計〜実装</a:t>
            </a:r>
          </a:p>
        </p:txBody>
      </p:sp>
      <p:sp>
        <p:nvSpPr>
          <p:cNvPr id="107" name="Shape 107"/>
          <p:cNvSpPr/>
          <p:nvPr/>
        </p:nvSpPr>
        <p:spPr>
          <a:xfrm>
            <a:off x="731520" y="3429000"/>
            <a:ext cx="512064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08" name="TextBox 108"/>
          <p:cNvSpPr txBox="1"/>
          <p:nvPr/>
        </p:nvSpPr>
        <p:spPr>
          <a:xfrm>
            <a:off x="960120" y="3429000"/>
            <a:ext cx="301752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ja-JP" altLang="en-US" sz="2000" b="0" spc="57" dirty="0">
                <a:solidFill>
                  <a:schemeClr val="dk1"/>
                </a:solidFill>
                <a:latin typeface="Yu Gothic"/>
                <a:ea typeface="Yu Gothic"/>
              </a:rPr>
              <a:t>② 管理画面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3931920" y="3429000"/>
            <a:ext cx="173736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buNone/>
            </a:pPr>
            <a:r>
              <a:rPr lang="ja-JP" altLang="en-US" sz="1400" b="0" spc="57" dirty="0">
                <a:solidFill>
                  <a:schemeClr val="dk2"/>
                </a:solidFill>
                <a:latin typeface="Yu Gothic"/>
                <a:ea typeface="Yu Gothic"/>
              </a:rPr>
              <a:t>基本設計〜実装</a:t>
            </a:r>
          </a:p>
        </p:txBody>
      </p:sp>
      <p:sp>
        <p:nvSpPr>
          <p:cNvPr id="110" name="Shape 110"/>
          <p:cNvSpPr/>
          <p:nvPr/>
        </p:nvSpPr>
        <p:spPr>
          <a:xfrm>
            <a:off x="731520" y="4343400"/>
            <a:ext cx="512064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</p:spPr>
      </p:sp>
      <p:sp>
        <p:nvSpPr>
          <p:cNvPr id="111" name="TextBox 111"/>
          <p:cNvSpPr txBox="1"/>
          <p:nvPr/>
        </p:nvSpPr>
        <p:spPr>
          <a:xfrm>
            <a:off x="960120" y="4343400"/>
            <a:ext cx="301752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ja-JP" altLang="en-US" sz="2000" b="1" spc="57" dirty="0">
                <a:solidFill>
                  <a:schemeClr val="dk1"/>
                </a:solidFill>
                <a:latin typeface="Yu Gothic"/>
                <a:ea typeface="Yu Gothic"/>
              </a:rPr>
              <a:t>③ 来店を促す付加機能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3931920" y="4343400"/>
            <a:ext cx="173736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buNone/>
            </a:pPr>
            <a:r>
              <a:rPr lang="ja-JP" altLang="en-US" sz="1400" b="1" spc="57" dirty="0">
                <a:solidFill>
                  <a:schemeClr val="accent1"/>
                </a:solidFill>
                <a:latin typeface="Yu Gothic"/>
                <a:ea typeface="Yu Gothic"/>
              </a:rPr>
              <a:t>中身は指定なし</a:t>
            </a:r>
          </a:p>
        </p:txBody>
      </p:sp>
      <p:sp>
        <p:nvSpPr>
          <p:cNvPr id="113" name="Shape 113"/>
          <p:cNvSpPr/>
          <p:nvPr/>
        </p:nvSpPr>
        <p:spPr>
          <a:xfrm>
            <a:off x="5943600" y="4480560"/>
            <a:ext cx="329184" cy="50292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14" name="Shape 114"/>
          <p:cNvSpPr/>
          <p:nvPr/>
        </p:nvSpPr>
        <p:spPr>
          <a:xfrm>
            <a:off x="6336792" y="2103120"/>
            <a:ext cx="5120640" cy="3017520"/>
          </a:xfrm>
          <a:prstGeom prst="roundRect">
            <a:avLst>
              <a:gd name="adj" fmla="val 6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115" name="TextBox 115"/>
          <p:cNvSpPr txBox="1"/>
          <p:nvPr/>
        </p:nvSpPr>
        <p:spPr>
          <a:xfrm>
            <a:off x="6675120" y="2286000"/>
            <a:ext cx="44805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ja-JP" altLang="en-US" sz="1800" b="1" spc="142" dirty="0">
                <a:solidFill>
                  <a:schemeClr val="lt2"/>
                </a:solidFill>
                <a:latin typeface="Yu Gothic"/>
                <a:ea typeface="Yu Gothic"/>
              </a:rPr>
              <a:t>私たちに委ねられた部分</a:t>
            </a:r>
          </a:p>
        </p:txBody>
      </p:sp>
      <p:sp>
        <p:nvSpPr>
          <p:cNvPr id="116" name="Shape 116"/>
          <p:cNvSpPr/>
          <p:nvPr/>
        </p:nvSpPr>
        <p:spPr>
          <a:xfrm>
            <a:off x="6675120" y="2834640"/>
            <a:ext cx="4480560" cy="713232"/>
          </a:xfrm>
          <a:prstGeom prst="roundRect">
            <a:avLst>
              <a:gd name="adj" fmla="val 12000"/>
            </a:avLst>
          </a:prstGeom>
          <a:solidFill>
            <a:schemeClr val="lt1"/>
          </a:solidFill>
          <a:ln>
            <a:noFill/>
          </a:ln>
        </p:spPr>
        <p:txBody>
          <a:bodyPr wrap="square" lIns="182880" tIns="91440" rIns="182880" bIns="91440" anchor="ctr" rtlCol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ja-JP" altLang="en-US" sz="2000" b="1" spc="57" dirty="0">
                <a:solidFill>
                  <a:schemeClr val="accent1"/>
                </a:solidFill>
                <a:latin typeface="Yu Gothic"/>
                <a:ea typeface="Yu Gothic"/>
              </a:rPr>
              <a:t>どの魅力を打ち出すか</a:t>
            </a:r>
          </a:p>
        </p:txBody>
      </p:sp>
      <p:sp>
        <p:nvSpPr>
          <p:cNvPr id="117" name="Shape 117"/>
          <p:cNvSpPr/>
          <p:nvPr/>
        </p:nvSpPr>
        <p:spPr>
          <a:xfrm>
            <a:off x="6675120" y="3703320"/>
            <a:ext cx="4480560" cy="713232"/>
          </a:xfrm>
          <a:prstGeom prst="roundRect">
            <a:avLst>
              <a:gd name="adj" fmla="val 12000"/>
            </a:avLst>
          </a:prstGeom>
          <a:solidFill>
            <a:schemeClr val="lt1"/>
          </a:solidFill>
          <a:ln>
            <a:noFill/>
          </a:ln>
        </p:spPr>
        <p:txBody>
          <a:bodyPr wrap="square" lIns="182880" tIns="91440" rIns="182880" bIns="91440" anchor="ctr" rtlCol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ja-JP" altLang="en-US" sz="2000" b="1" spc="57" dirty="0">
                <a:solidFill>
                  <a:schemeClr val="accent1"/>
                </a:solidFill>
                <a:latin typeface="Yu Gothic"/>
                <a:ea typeface="Yu Gothic"/>
              </a:rPr>
              <a:t>来店を促す任意の付加機能の決定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6675120" y="4572000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ja-JP" altLang="en-US" sz="1400" b="0" spc="57" dirty="0">
                <a:solidFill>
                  <a:schemeClr val="lt2"/>
                </a:solidFill>
                <a:latin typeface="Yu Gothic"/>
                <a:ea typeface="Yu Gothic"/>
              </a:rPr>
              <a:t>担当：要件定義〜実装</a:t>
            </a:r>
          </a:p>
        </p:txBody>
      </p:sp>
    </p:spTree>
  </p:cSld>
  <p:clrMapOvr>
    <a:masterClrMapping/>
  </p:clrMapOvr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0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ja-JP" altLang="en-US" dirty="0"/>
              <a:t>来店につながる強み</a:t>
            </a:r>
          </a:p>
        </p:txBody>
      </p:sp>
      <p:sp>
        <p:nvSpPr>
          <p:cNvPr id="102" name="subTitle 102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ja-JP" altLang="en-US" sz="3000" b="0" spc="142" dirty="0">
                <a:solidFill>
                  <a:schemeClr val="dk1"/>
                </a:solidFill>
                <a:latin typeface="Yu Gothic Medium"/>
                <a:ea typeface="Yu Gothic Medium"/>
              </a:rPr>
              <a:t>季節性と贈答需要</a:t>
            </a:r>
          </a:p>
        </p:txBody>
      </p:sp>
      <p:sp>
        <p:nvSpPr>
          <p:cNvPr id="103" name="Shape 103"/>
          <p:cNvSpPr/>
          <p:nvPr/>
        </p:nvSpPr>
        <p:spPr>
          <a:xfrm>
            <a:off x="731520" y="2103120"/>
            <a:ext cx="5212080" cy="3429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04" name="TextBox 104"/>
          <p:cNvSpPr txBox="1"/>
          <p:nvPr/>
        </p:nvSpPr>
        <p:spPr>
          <a:xfrm>
            <a:off x="1097280" y="2212848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ja-JP" altLang="en-US" sz="2800" b="0" spc="142" dirty="0">
                <a:solidFill>
                  <a:schemeClr val="accent1"/>
                </a:solidFill>
                <a:latin typeface="Yu Mincho Demibold"/>
                <a:ea typeface="Yu Mincho Demibold"/>
              </a:rPr>
              <a:t>季節性</a:t>
            </a:r>
          </a:p>
        </p:txBody>
      </p:sp>
      <p:sp>
        <p:nvSpPr>
          <p:cNvPr id="105" name="ImagePlaceholder 105"/>
          <p:cNvSpPr/>
          <p:nvPr/>
        </p:nvSpPr>
        <p:spPr>
          <a:xfrm>
            <a:off x="1097280" y="2816352"/>
            <a:ext cx="4480560" cy="1417320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3"/>
            </a:solidFill>
            <a:prstDash val="dash"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ja-JP" altLang="en-US" sz="1600" b="1" spc="57" dirty="0">
                <a:solidFill>
                  <a:schemeClr val="accent3"/>
                </a:solidFill>
                <a:latin typeface="Yu Gothic"/>
                <a:ea typeface="Yu Gothic"/>
              </a:rPr>
              <a:t>【画像】</a:t>
            </a:r>
          </a:p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ja-JP" altLang="en-US" sz="1400" b="0" spc="57" dirty="0">
                <a:solidFill>
                  <a:schemeClr val="accent3"/>
                </a:solidFill>
                <a:latin typeface="Yu Gothic"/>
                <a:ea typeface="Yu Gothic"/>
              </a:rPr>
              <a:t>季節の商品の写真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1097280" y="4315968"/>
            <a:ext cx="44805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ja-JP" altLang="en-US" sz="2000" b="0" spc="57" dirty="0">
                <a:solidFill>
                  <a:schemeClr val="dk2"/>
                </a:solidFill>
                <a:latin typeface="Yu Gothic"/>
                <a:ea typeface="Yu Gothic"/>
              </a:rPr>
              <a:t>季節で商品が変わる</a:t>
            </a:r>
          </a:p>
        </p:txBody>
      </p:sp>
      <p:sp>
        <p:nvSpPr>
          <p:cNvPr id="107" name="Shape 107"/>
          <p:cNvSpPr/>
          <p:nvPr/>
        </p:nvSpPr>
        <p:spPr>
          <a:xfrm>
            <a:off x="1097280" y="4773168"/>
            <a:ext cx="4480560" cy="621792"/>
          </a:xfrm>
          <a:prstGeom prst="roundRect">
            <a:avLst>
              <a:gd name="adj" fmla="val 12000"/>
            </a:avLst>
          </a:prstGeom>
          <a:solidFill>
            <a:schemeClr val="lt2"/>
          </a:solidFill>
          <a:ln>
            <a:noFill/>
          </a:ln>
        </p:spPr>
        <p:txBody>
          <a:bodyPr wrap="square" lIns="109728" tIns="54864" rIns="109728" bIns="54864" anchor="ctr" rtlCol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ja-JP" altLang="en-US" sz="2200" b="1" spc="57" dirty="0">
                <a:solidFill>
                  <a:schemeClr val="accent1"/>
                </a:solidFill>
                <a:latin typeface="Yu Gothic"/>
                <a:ea typeface="Yu Gothic"/>
              </a:rPr>
              <a:t>→ 今しか買えない</a:t>
            </a:r>
          </a:p>
        </p:txBody>
      </p:sp>
      <p:sp>
        <p:nvSpPr>
          <p:cNvPr id="108" name="Shape 108"/>
          <p:cNvSpPr/>
          <p:nvPr/>
        </p:nvSpPr>
        <p:spPr>
          <a:xfrm>
            <a:off x="6245352" y="2103120"/>
            <a:ext cx="5212080" cy="3429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09" name="TextBox 109"/>
          <p:cNvSpPr txBox="1"/>
          <p:nvPr/>
        </p:nvSpPr>
        <p:spPr>
          <a:xfrm>
            <a:off x="6611112" y="2212848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ja-JP" altLang="en-US" sz="2800" b="0" spc="142" dirty="0">
                <a:solidFill>
                  <a:schemeClr val="accent1"/>
                </a:solidFill>
                <a:latin typeface="Yu Mincho Demibold"/>
                <a:ea typeface="Yu Mincho Demibold"/>
              </a:rPr>
              <a:t>贈答需要</a:t>
            </a:r>
          </a:p>
        </p:txBody>
      </p:sp>
      <p:sp>
        <p:nvSpPr>
          <p:cNvPr id="110" name="ImagePlaceholder 110"/>
          <p:cNvSpPr/>
          <p:nvPr/>
        </p:nvSpPr>
        <p:spPr>
          <a:xfrm>
            <a:off x="6611112" y="2816352"/>
            <a:ext cx="4480560" cy="1417320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3"/>
            </a:solidFill>
            <a:prstDash val="dash"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ja-JP" altLang="en-US" sz="1600" b="1" spc="57" dirty="0">
                <a:solidFill>
                  <a:schemeClr val="accent3"/>
                </a:solidFill>
                <a:latin typeface="Yu Gothic"/>
                <a:ea typeface="Yu Gothic"/>
              </a:rPr>
              <a:t>【画像】</a:t>
            </a:r>
          </a:p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ja-JP" altLang="en-US" sz="1400" b="0" spc="57" dirty="0">
                <a:solidFill>
                  <a:schemeClr val="accent3"/>
                </a:solidFill>
                <a:latin typeface="Yu Gothic"/>
                <a:ea typeface="Yu Gothic"/>
              </a:rPr>
              <a:t>贈答品の写真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6611112" y="4315968"/>
            <a:ext cx="44805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ja-JP" altLang="en-US" sz="2000" b="0" spc="57" dirty="0">
                <a:solidFill>
                  <a:schemeClr val="dk2"/>
                </a:solidFill>
                <a:latin typeface="Yu Gothic"/>
                <a:ea typeface="Yu Gothic"/>
              </a:rPr>
              <a:t>贈り物に選ばれる</a:t>
            </a:r>
          </a:p>
        </p:txBody>
      </p:sp>
      <p:sp>
        <p:nvSpPr>
          <p:cNvPr id="112" name="Shape 112"/>
          <p:cNvSpPr/>
          <p:nvPr/>
        </p:nvSpPr>
        <p:spPr>
          <a:xfrm>
            <a:off x="6611112" y="4773168"/>
            <a:ext cx="4480560" cy="621792"/>
          </a:xfrm>
          <a:prstGeom prst="roundRect">
            <a:avLst>
              <a:gd name="adj" fmla="val 12000"/>
            </a:avLst>
          </a:prstGeom>
          <a:solidFill>
            <a:schemeClr val="lt2"/>
          </a:solidFill>
          <a:ln>
            <a:noFill/>
          </a:ln>
        </p:spPr>
        <p:txBody>
          <a:bodyPr wrap="square" lIns="109728" tIns="54864" rIns="109728" bIns="54864" anchor="ctr" rtlCol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ja-JP" altLang="en-US" sz="2200" b="1" spc="57" dirty="0">
                <a:solidFill>
                  <a:schemeClr val="accent1"/>
                </a:solidFill>
                <a:latin typeface="Yu Gothic"/>
                <a:ea typeface="Yu Gothic"/>
              </a:rPr>
              <a:t>→ 自分用以外の来店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6245352" y="5596128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buNone/>
            </a:pPr>
            <a:r>
              <a:rPr lang="ja-JP" altLang="en-US" sz="1200" b="0" spc="57" dirty="0">
                <a:solidFill>
                  <a:schemeClr val="dk2"/>
                </a:solidFill>
                <a:latin typeface="Yu Gothic"/>
                <a:ea typeface="Yu Gothic"/>
              </a:rPr>
              <a:t>出典：お店へのヒアリング・市場調査</a:t>
            </a:r>
          </a:p>
        </p:txBody>
      </p:sp>
    </p:spTree>
  </p:cSld>
  <p:clrMapOvr>
    <a:masterClrMapping/>
  </p:clrMapOvr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0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ja-JP" altLang="en-US" dirty="0"/>
              <a:t>HPでの強みの見せ方</a:t>
            </a:r>
          </a:p>
        </p:txBody>
      </p:sp>
      <p:sp>
        <p:nvSpPr>
          <p:cNvPr id="102" name="subTitle 102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ja-JP" altLang="en-US" sz="3000" b="0" spc="142" dirty="0">
                <a:solidFill>
                  <a:schemeClr val="dk1"/>
                </a:solidFill>
                <a:latin typeface="Yu Gothic Medium"/>
                <a:ea typeface="Yu Gothic Medium"/>
              </a:rPr>
              <a:t>強みを来店理由に変える</a:t>
            </a:r>
          </a:p>
        </p:txBody>
      </p:sp>
      <p:sp>
        <p:nvSpPr>
          <p:cNvPr id="103" name="Shape 103"/>
          <p:cNvSpPr/>
          <p:nvPr/>
        </p:nvSpPr>
        <p:spPr>
          <a:xfrm>
            <a:off x="731520" y="2103120"/>
            <a:ext cx="137160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45720" tIns="22860" rIns="45720" bIns="22860" anchor="ctr" rtlCol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ja-JP" altLang="en-US" sz="1800" b="1" spc="57" dirty="0">
                <a:solidFill>
                  <a:srgbClr val="FFFFFF"/>
                </a:solidFill>
                <a:latin typeface="Yu Gothic"/>
                <a:ea typeface="Yu Gothic"/>
              </a:rPr>
              <a:t>季節性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2240280" y="2103120"/>
            <a:ext cx="37033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ja-JP" altLang="en-US" sz="2000" b="1" spc="57" dirty="0">
                <a:solidFill>
                  <a:schemeClr val="dk1"/>
                </a:solidFill>
                <a:latin typeface="Yu Gothic"/>
                <a:ea typeface="Yu Gothic"/>
              </a:rPr>
              <a:t>→ 季節が伝わるトップ</a:t>
            </a:r>
          </a:p>
        </p:txBody>
      </p:sp>
      <p:sp>
        <p:nvSpPr>
          <p:cNvPr id="105" name="ScreenshotPlaceholder 105"/>
          <p:cNvSpPr/>
          <p:nvPr/>
        </p:nvSpPr>
        <p:spPr>
          <a:xfrm>
            <a:off x="731520" y="2743200"/>
            <a:ext cx="5212080" cy="25146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3"/>
            </a:solidFill>
            <a:prstDash val="dash"/>
          </a:ln>
        </p:spPr>
        <p:txBody>
          <a:bodyPr wrap="square" lIns="109728" tIns="54864" rIns="109728" bIns="54864" anchor="ctr" rtlCol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ja-JP" altLang="en-US" sz="1600" b="0" spc="57" dirty="0">
                <a:solidFill>
                  <a:schemeClr val="accent3"/>
                </a:solidFill>
                <a:latin typeface="Yu Gothic"/>
                <a:ea typeface="Yu Gothic"/>
              </a:rPr>
              <a:t>【スクショ】季節ごとのトップ画面</a:t>
            </a:r>
          </a:p>
        </p:txBody>
      </p:sp>
      <p:sp>
        <p:nvSpPr>
          <p:cNvPr id="106" name="Shape 106"/>
          <p:cNvSpPr/>
          <p:nvPr/>
        </p:nvSpPr>
        <p:spPr>
          <a:xfrm>
            <a:off x="6245352" y="2103120"/>
            <a:ext cx="137160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45720" tIns="22860" rIns="45720" bIns="22860" anchor="ctr" rtlCol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ja-JP" altLang="en-US" sz="1800" b="1" spc="57" dirty="0">
                <a:solidFill>
                  <a:srgbClr val="FFFFFF"/>
                </a:solidFill>
                <a:latin typeface="Yu Gothic"/>
                <a:ea typeface="Yu Gothic"/>
              </a:rPr>
              <a:t>贈答需要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7754112" y="2103120"/>
            <a:ext cx="37033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ja-JP" altLang="en-US" sz="2000" b="1" spc="57" dirty="0">
                <a:solidFill>
                  <a:schemeClr val="dk1"/>
                </a:solidFill>
                <a:latin typeface="Yu Gothic"/>
                <a:ea typeface="Yu Gothic"/>
              </a:rPr>
              <a:t>→ 贈り物を選べるページ</a:t>
            </a:r>
          </a:p>
        </p:txBody>
      </p:sp>
      <p:sp>
        <p:nvSpPr>
          <p:cNvPr id="108" name="ScreenshotPlaceholder 108"/>
          <p:cNvSpPr/>
          <p:nvPr/>
        </p:nvSpPr>
        <p:spPr>
          <a:xfrm>
            <a:off x="6245352" y="2743200"/>
            <a:ext cx="5212080" cy="25146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3"/>
            </a:solidFill>
            <a:prstDash val="dash"/>
          </a:ln>
        </p:spPr>
        <p:txBody>
          <a:bodyPr wrap="square" lIns="109728" tIns="54864" rIns="109728" bIns="54864" anchor="ctr" rtlCol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ja-JP" altLang="en-US" sz="1600" b="0" spc="57" dirty="0">
                <a:solidFill>
                  <a:schemeClr val="accent3"/>
                </a:solidFill>
                <a:latin typeface="Yu Gothic"/>
                <a:ea typeface="Yu Gothic"/>
              </a:rPr>
              <a:t>【スクショ】贈答品案内ページ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731520" y="5440680"/>
            <a:ext cx="10725912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ja-JP" altLang="en-US" sz="1800" b="1" spc="57" dirty="0">
                <a:solidFill>
                  <a:schemeClr val="accent1"/>
                </a:solidFill>
                <a:latin typeface="Yu Gothic"/>
                <a:ea typeface="Yu Gothic"/>
              </a:rPr>
              <a:t>▶ 詳しくは動画で</a:t>
            </a:r>
          </a:p>
        </p:txBody>
      </p:sp>
    </p:spTree>
  </p:cSld>
  <p:clrMapOvr>
    <a:masterClrMapping/>
  </p:clrMapOvr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0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ja-JP" altLang="en-US" dirty="0"/>
              <a:t>継続来店の仕組み</a:t>
            </a:r>
          </a:p>
        </p:txBody>
      </p:sp>
      <p:sp>
        <p:nvSpPr>
          <p:cNvPr id="102" name="subTitle 102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ja-JP" altLang="en-US" sz="3000" b="0" spc="142" dirty="0">
                <a:solidFill>
                  <a:schemeClr val="dk1"/>
                </a:solidFill>
                <a:latin typeface="Yu Gothic Medium"/>
                <a:ea typeface="Yu Gothic Medium"/>
              </a:rPr>
              <a:t>1回の来店を次へつなぐ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731520" y="21031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ja-JP" altLang="en-US" sz="1400" b="1" spc="142" dirty="0">
                <a:solidFill>
                  <a:schemeClr val="dk2"/>
                </a:solidFill>
                <a:latin typeface="Yu Gothic"/>
                <a:ea typeface="Yu Gothic"/>
              </a:rPr>
              <a:t>課題</a:t>
            </a:r>
          </a:p>
        </p:txBody>
      </p:sp>
      <p:sp>
        <p:nvSpPr>
          <p:cNvPr id="104" name="Shape 104"/>
          <p:cNvSpPr/>
          <p:nvPr/>
        </p:nvSpPr>
        <p:spPr>
          <a:xfrm>
            <a:off x="731520" y="2468880"/>
            <a:ext cx="365760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wrap="square" lIns="182880" tIns="91440" rIns="182880" bIns="91440" anchor="ctr" rtlCol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ja-JP" altLang="en-US" sz="1800" b="0" spc="57" dirty="0">
                <a:solidFill>
                  <a:schemeClr val="dk1"/>
                </a:solidFill>
                <a:latin typeface="Yu Gothic"/>
                <a:ea typeface="Yu Gothic"/>
              </a:rPr>
              <a:t>来店が1回で終わりがち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731520" y="33832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ja-JP" altLang="en-US" sz="1400" b="1" spc="142" dirty="0">
                <a:solidFill>
                  <a:schemeClr val="accent1"/>
                </a:solidFill>
                <a:latin typeface="Yu Gothic"/>
                <a:ea typeface="Yu Gothic"/>
              </a:rPr>
              <a:t>解決</a:t>
            </a:r>
          </a:p>
        </p:txBody>
      </p:sp>
      <p:sp>
        <p:nvSpPr>
          <p:cNvPr id="106" name="Shape 106"/>
          <p:cNvSpPr/>
          <p:nvPr/>
        </p:nvSpPr>
        <p:spPr>
          <a:xfrm>
            <a:off x="731520" y="3749040"/>
            <a:ext cx="3657600" cy="82296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182880" tIns="91440" rIns="182880" bIns="91440" anchor="ctr" rtlCol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ja-JP" altLang="en-US" sz="1800" b="1" spc="57" dirty="0">
                <a:solidFill>
                  <a:srgbClr val="FFFFFF"/>
                </a:solidFill>
                <a:latin typeface="Yu Gothic"/>
                <a:ea typeface="Yu Gothic"/>
              </a:rPr>
              <a:t>LINE会員＋スタンプラリー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731520" y="480060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ja-JP" altLang="en-US" sz="1400" b="1" spc="142" dirty="0">
                <a:solidFill>
                  <a:schemeClr val="dk2"/>
                </a:solidFill>
                <a:latin typeface="Yu Gothic"/>
                <a:ea typeface="Yu Gothic"/>
              </a:rPr>
              <a:t>入口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731520" y="516636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ja-JP" altLang="en-US" sz="1800" b="0" spc="57" dirty="0">
                <a:solidFill>
                  <a:schemeClr val="dk1"/>
                </a:solidFill>
                <a:latin typeface="Yu Gothic"/>
                <a:ea typeface="Yu Gothic"/>
              </a:rPr>
              <a:t>HPの導線／店頭POP</a:t>
            </a:r>
          </a:p>
        </p:txBody>
      </p:sp>
      <p:sp>
        <p:nvSpPr>
          <p:cNvPr id="109" name="CycleRing 109"/>
          <p:cNvSpPr/>
          <p:nvPr/>
        </p:nvSpPr>
        <p:spPr>
          <a:xfrm>
            <a:off x="5212080" y="2468880"/>
            <a:ext cx="2926080" cy="2926080"/>
          </a:xfrm>
          <a:prstGeom prst="ellipse">
            <a:avLst/>
          </a:prstGeom>
          <a:noFill/>
          <a:ln w="28575">
            <a:solidFill>
              <a:schemeClr val="accent2"/>
            </a:solidFill>
          </a:ln>
        </p:spPr>
      </p:sp>
      <p:sp>
        <p:nvSpPr>
          <p:cNvPr id="110" name="TextBox 110"/>
          <p:cNvSpPr txBox="1"/>
          <p:nvPr/>
        </p:nvSpPr>
        <p:spPr>
          <a:xfrm>
            <a:off x="6035040" y="3657600"/>
            <a:ext cx="12801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ja-JP" altLang="en-US" sz="1400" b="1" spc="57" dirty="0">
                <a:solidFill>
                  <a:schemeClr val="accent2"/>
                </a:solidFill>
                <a:latin typeface="Yu Gothic"/>
                <a:ea typeface="Yu Gothic"/>
              </a:rPr>
              <a:t>くり返し来店</a:t>
            </a:r>
          </a:p>
        </p:txBody>
      </p:sp>
      <p:sp>
        <p:nvSpPr>
          <p:cNvPr id="111" name="CycleArrow 111"/>
          <p:cNvSpPr/>
          <p:nvPr/>
        </p:nvSpPr>
        <p:spPr>
          <a:xfrm rot="8100000">
            <a:off x="7590774" y="2778522"/>
            <a:ext cx="237744" cy="237744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12" name="CycleArrow 112"/>
          <p:cNvSpPr/>
          <p:nvPr/>
        </p:nvSpPr>
        <p:spPr>
          <a:xfrm rot="13500000">
            <a:off x="7590774" y="4847574"/>
            <a:ext cx="237744" cy="237744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13" name="CycleArrow 113"/>
          <p:cNvSpPr/>
          <p:nvPr/>
        </p:nvSpPr>
        <p:spPr>
          <a:xfrm rot="18900000">
            <a:off x="5521722" y="4847574"/>
            <a:ext cx="237744" cy="237744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14" name="CycleArrow 114"/>
          <p:cNvSpPr/>
          <p:nvPr/>
        </p:nvSpPr>
        <p:spPr>
          <a:xfrm rot="2700000">
            <a:off x="5521722" y="2778522"/>
            <a:ext cx="237744" cy="237744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15" name="Shape 115"/>
          <p:cNvSpPr/>
          <p:nvPr/>
        </p:nvSpPr>
        <p:spPr>
          <a:xfrm>
            <a:off x="5989320" y="2194560"/>
            <a:ext cx="137160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45720" tIns="22860" rIns="45720" bIns="22860" anchor="ctr" rtlCol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ja-JP" altLang="en-US" sz="1800" b="1" spc="57" dirty="0">
                <a:solidFill>
                  <a:srgbClr val="FFFFFF"/>
                </a:solidFill>
                <a:latin typeface="Yu Gothic"/>
                <a:ea typeface="Yu Gothic"/>
              </a:rPr>
              <a:t>購入</a:t>
            </a:r>
          </a:p>
        </p:txBody>
      </p:sp>
      <p:sp>
        <p:nvSpPr>
          <p:cNvPr id="116" name="Shape 116"/>
          <p:cNvSpPr/>
          <p:nvPr/>
        </p:nvSpPr>
        <p:spPr>
          <a:xfrm>
            <a:off x="7452360" y="3657600"/>
            <a:ext cx="137160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</p:spPr>
        <p:txBody>
          <a:bodyPr wrap="square" lIns="45720" tIns="22860" rIns="45720" bIns="22860" anchor="ctr" rtlCol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ja-JP" altLang="en-US" sz="1800" b="1" spc="57" dirty="0">
                <a:solidFill>
                  <a:schemeClr val="accent1"/>
                </a:solidFill>
                <a:latin typeface="Yu Gothic"/>
                <a:ea typeface="Yu Gothic"/>
              </a:rPr>
              <a:t>スタンプ</a:t>
            </a:r>
          </a:p>
        </p:txBody>
      </p:sp>
      <p:sp>
        <p:nvSpPr>
          <p:cNvPr id="117" name="Shape 117"/>
          <p:cNvSpPr/>
          <p:nvPr/>
        </p:nvSpPr>
        <p:spPr>
          <a:xfrm>
            <a:off x="5989320" y="5120640"/>
            <a:ext cx="137160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</p:spPr>
        <p:txBody>
          <a:bodyPr wrap="square" lIns="45720" tIns="22860" rIns="45720" bIns="22860" anchor="ctr" rtlCol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ja-JP" altLang="en-US" sz="1800" b="1" spc="57" dirty="0">
                <a:solidFill>
                  <a:schemeClr val="accent1"/>
                </a:solidFill>
                <a:latin typeface="Yu Gothic"/>
                <a:ea typeface="Yu Gothic"/>
              </a:rPr>
              <a:t>特典</a:t>
            </a:r>
          </a:p>
        </p:txBody>
      </p:sp>
      <p:sp>
        <p:nvSpPr>
          <p:cNvPr id="118" name="Shape 118"/>
          <p:cNvSpPr/>
          <p:nvPr/>
        </p:nvSpPr>
        <p:spPr>
          <a:xfrm>
            <a:off x="4526280" y="3657600"/>
            <a:ext cx="137160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45720" tIns="22860" rIns="45720" bIns="22860" anchor="ctr" rtlCol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ja-JP" altLang="en-US" sz="1800" b="1" spc="57" dirty="0">
                <a:solidFill>
                  <a:srgbClr val="FFFFFF"/>
                </a:solidFill>
                <a:latin typeface="Yu Gothic"/>
                <a:ea typeface="Yu Gothic"/>
              </a:rPr>
              <a:t>再来店</a:t>
            </a:r>
          </a:p>
        </p:txBody>
      </p:sp>
      <p:sp>
        <p:nvSpPr>
          <p:cNvPr id="119" name="ImagePlaceholder 119"/>
          <p:cNvSpPr/>
          <p:nvPr/>
        </p:nvSpPr>
        <p:spPr>
          <a:xfrm>
            <a:off x="9052560" y="2103120"/>
            <a:ext cx="2404872" cy="3566160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3"/>
            </a:solidFill>
            <a:prstDash val="dash"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ja-JP" altLang="en-US" sz="1600" b="1" spc="57" dirty="0">
                <a:solidFill>
                  <a:schemeClr val="accent3"/>
                </a:solidFill>
                <a:latin typeface="Yu Gothic"/>
                <a:ea typeface="Yu Gothic"/>
              </a:rPr>
              <a:t>【画像】</a:t>
            </a:r>
          </a:p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ja-JP" altLang="en-US" sz="1400" b="0" spc="57" dirty="0">
                <a:solidFill>
                  <a:schemeClr val="accent3"/>
                </a:solidFill>
                <a:latin typeface="Yu Gothic"/>
                <a:ea typeface="Yu Gothic"/>
              </a:rPr>
              <a:t>スタンプラリー画面の</a:t>
            </a:r>
          </a:p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ja-JP" altLang="en-US" sz="1400" b="0" spc="57" dirty="0">
                <a:solidFill>
                  <a:schemeClr val="accent3"/>
                </a:solidFill>
                <a:latin typeface="Yu Gothic"/>
                <a:ea typeface="Yu Gothic"/>
              </a:rPr>
              <a:t>スマホを持つ写真</a:t>
            </a:r>
          </a:p>
        </p:txBody>
      </p:sp>
    </p:spTree>
  </p:cSld>
  <p:clrMapOvr>
    <a:masterClrMapping/>
  </p:clrMapOvr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0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ja-JP" altLang="en-US" dirty="0"/>
              <a:t>完成したHP（デモ動画）</a:t>
            </a:r>
          </a:p>
        </p:txBody>
      </p:sp>
      <p:sp>
        <p:nvSpPr>
          <p:cNvPr id="102" name="subTitle 102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ja-JP" altLang="en-US" sz="3000" b="0" spc="142" dirty="0">
                <a:solidFill>
                  <a:schemeClr val="dk1"/>
                </a:solidFill>
                <a:latin typeface="Yu Gothic Medium"/>
                <a:ea typeface="Yu Gothic Medium"/>
              </a:rPr>
              <a:t>3つの注目ポイント</a:t>
            </a:r>
          </a:p>
        </p:txBody>
      </p:sp>
      <p:sp>
        <p:nvSpPr>
          <p:cNvPr id="103" name="Shape 103"/>
          <p:cNvSpPr/>
          <p:nvPr/>
        </p:nvSpPr>
        <p:spPr>
          <a:xfrm>
            <a:off x="731520" y="2240280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ja-JP" altLang="en-US" sz="1800" b="1" spc="57" dirty="0">
                <a:solidFill>
                  <a:srgbClr val="FFFFFF"/>
                </a:solidFill>
                <a:latin typeface="Yu Gothic"/>
                <a:ea typeface="Yu Gothic"/>
              </a:rPr>
              <a:t>1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1417320" y="2240280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ja-JP" altLang="en-US" sz="2000" b="1" spc="57" dirty="0">
                <a:solidFill>
                  <a:schemeClr val="dk1"/>
                </a:solidFill>
                <a:latin typeface="Yu Gothic"/>
                <a:ea typeface="Yu Gothic"/>
              </a:rPr>
              <a:t>季節が伝わるトップ</a:t>
            </a:r>
          </a:p>
        </p:txBody>
      </p:sp>
      <p:sp>
        <p:nvSpPr>
          <p:cNvPr id="105" name="Shape 105"/>
          <p:cNvSpPr/>
          <p:nvPr/>
        </p:nvSpPr>
        <p:spPr>
          <a:xfrm>
            <a:off x="731520" y="3017520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ja-JP" altLang="en-US" sz="1800" b="1" spc="57" dirty="0">
                <a:solidFill>
                  <a:srgbClr val="FFFFFF"/>
                </a:solidFill>
                <a:latin typeface="Yu Gothic"/>
                <a:ea typeface="Yu Gothic"/>
              </a:rPr>
              <a:t>2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1417320" y="3017520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ja-JP" altLang="en-US" sz="2000" b="1" spc="57" dirty="0">
                <a:solidFill>
                  <a:schemeClr val="dk1"/>
                </a:solidFill>
                <a:latin typeface="Yu Gothic"/>
                <a:ea typeface="Yu Gothic"/>
              </a:rPr>
              <a:t>贈り物を選べるページ</a:t>
            </a:r>
          </a:p>
        </p:txBody>
      </p:sp>
      <p:sp>
        <p:nvSpPr>
          <p:cNvPr id="107" name="Shape 107"/>
          <p:cNvSpPr/>
          <p:nvPr/>
        </p:nvSpPr>
        <p:spPr>
          <a:xfrm>
            <a:off x="731520" y="3794760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ja-JP" altLang="en-US" sz="1800" b="1" spc="57" dirty="0">
                <a:solidFill>
                  <a:srgbClr val="FFFFFF"/>
                </a:solidFill>
                <a:latin typeface="Yu Gothic"/>
                <a:ea typeface="Yu Gothic"/>
              </a:rPr>
              <a:t>3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1417320" y="3794760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ja-JP" altLang="en-US" sz="2000" b="1" spc="57" dirty="0">
                <a:solidFill>
                  <a:schemeClr val="dk1"/>
                </a:solidFill>
                <a:latin typeface="Yu Gothic"/>
                <a:ea typeface="Yu Gothic"/>
              </a:rPr>
              <a:t>LINE登録への導線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731520" y="466344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ja-JP" altLang="en-US" sz="1800" b="0" spc="57" dirty="0">
                <a:solidFill>
                  <a:schemeClr val="dk2"/>
                </a:solidFill>
                <a:latin typeface="Yu Gothic"/>
                <a:ea typeface="Yu Gothic"/>
              </a:rPr>
              <a:t>＋ 最後にお店用の管理画面</a:t>
            </a:r>
          </a:p>
        </p:txBody>
      </p:sp>
      <p:sp>
        <p:nvSpPr>
          <p:cNvPr id="110" name="VideoPlaceholder 110"/>
          <p:cNvSpPr/>
          <p:nvPr/>
        </p:nvSpPr>
        <p:spPr>
          <a:xfrm>
            <a:off x="6217920" y="2240280"/>
            <a:ext cx="5239512" cy="2944368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3"/>
            </a:solidFill>
            <a:prstDash val="dash"/>
          </a:ln>
        </p:spPr>
        <p:txBody>
          <a:bodyPr wrap="square" lIns="109728" tIns="54864" rIns="109728" bIns="54864" anchor="ctr" rtlCol="0">
            <a:no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lang="ja-JP" altLang="en-US" sz="1800" b="1" spc="57" dirty="0">
                <a:solidFill>
                  <a:schemeClr val="accent3"/>
                </a:solidFill>
                <a:latin typeface="Yu Gothic"/>
                <a:ea typeface="Yu Gothic"/>
              </a:rPr>
              <a:t>【動画】</a:t>
            </a:r>
          </a:p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ja-JP" altLang="en-US" sz="1400" b="0" spc="57" dirty="0">
                <a:solidFill>
                  <a:schemeClr val="accent3"/>
                </a:solidFill>
                <a:latin typeface="Yu Gothic"/>
                <a:ea typeface="Yu Gothic"/>
              </a:rPr>
              <a:t>埋め込み／別再生は未定</a:t>
            </a:r>
          </a:p>
        </p:txBody>
      </p:sp>
    </p:spTree>
  </p:cSld>
  <p:clrMapOvr>
    <a:masterClrMapping/>
  </p:clrMapOvr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hachiemon 和モダン">
      <a:dk1>
        <a:srgbClr val="332F2A"/>
      </a:dk1>
      <a:lt1>
        <a:srgbClr val="F7F4EE"/>
      </a:lt1>
      <a:dk2>
        <a:srgbClr val="6B625A"/>
      </a:dk2>
      <a:lt2>
        <a:srgbClr val="F3E8E6"/>
      </a:lt2>
      <a:accent1>
        <a:srgbClr val="82413C"/>
      </a:accent1>
      <a:accent2>
        <a:srgbClr val="A98B52"/>
      </a:accent2>
      <a:accent3>
        <a:srgbClr val="A9A193"/>
      </a:accent3>
      <a:accent4>
        <a:srgbClr val="DFB6C2"/>
      </a:accent4>
      <a:accent5>
        <a:srgbClr val="A8C8D6"/>
      </a:accent5>
      <a:accent6>
        <a:srgbClr val="D19B6A"/>
      </a:accent6>
      <a:hlink>
        <a:srgbClr val="82413C"/>
      </a:hlink>
      <a:folHlink>
        <a:srgbClr val="713732"/>
      </a:folHlink>
    </a:clrScheme>
    <a:fontScheme name="Office">
      <a:majorFont>
        <a:latin typeface="Yu Mincho Demibold" pitchFamily="0" charset="1"/>
        <a:ea typeface="Yu Mincho Demibold" pitchFamily="0" charset="1"/>
        <a:cs typeface="Calibri Light" pitchFamily="0" charset="1"/>
      </a:majorFont>
      <a:minorFont>
        <a:latin typeface="Yu Gothic" pitchFamily="0" charset="1"/>
        <a:ea typeface="Yu Gothic" pitchFamily="0" charset="1"/>
        <a:cs typeface="Calibri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hachiemon 和モダン">
      <a:dk1>
        <a:srgbClr val="332F2A"/>
      </a:dk1>
      <a:lt1>
        <a:srgbClr val="F7F4EE"/>
      </a:lt1>
      <a:dk2>
        <a:srgbClr val="6B625A"/>
      </a:dk2>
      <a:lt2>
        <a:srgbClr val="F3E8E6"/>
      </a:lt2>
      <a:accent1>
        <a:srgbClr val="82413C"/>
      </a:accent1>
      <a:accent2>
        <a:srgbClr val="A98B52"/>
      </a:accent2>
      <a:accent3>
        <a:srgbClr val="A9A193"/>
      </a:accent3>
      <a:accent4>
        <a:srgbClr val="DFB6C2"/>
      </a:accent4>
      <a:accent5>
        <a:srgbClr val="A8C8D6"/>
      </a:accent5>
      <a:accent6>
        <a:srgbClr val="D19B6A"/>
      </a:accent6>
      <a:hlink>
        <a:srgbClr val="82413C"/>
      </a:hlink>
      <a:folHlink>
        <a:srgbClr val="71373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LibreOfficeDev/26.8.0.0.alpha0$Linux_X86_64 LibreOffice_project/2c87e51eeaa2b413ff4ae097b2705eea1995d8e5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2026-09-23T07:09:34Z</dcterms:created>
  <dc:creator>Walnut Exporter</dc:creator>
  <dc:description/>
  <dc:language>ja-JP</dc:language>
  <cp:lastModifiedBy>Walnut Exporter</cp:lastModifiedBy>
  <dcterms:modified xsi:type="dcterms:W3CDTF">2026-09-23T07:09:34Z</dcterms:modified>
  <cp:revision>0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Converted Presentation</vt:lpwstr>
  </property>
</Properties>
</file>